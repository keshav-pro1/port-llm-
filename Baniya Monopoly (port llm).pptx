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7" r:id="rId2"/>
    <p:sldId id="257" r:id="rId3"/>
    <p:sldId id="266" r:id="rId4"/>
    <p:sldId id="268" r:id="rId5"/>
    <p:sldId id="269" r:id="rId6"/>
    <p:sldId id="259" r:id="rId7"/>
    <p:sldId id="260" r:id="rId8"/>
    <p:sldId id="264" r:id="rId9"/>
    <p:sldId id="265" r:id="rId10"/>
    <p:sldId id="263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013446-C72F-414C-BB78-8D0E1419FD3D}" v="1" dt="2026-10-23T17:43:03.58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>
      <p:cViewPr>
        <p:scale>
          <a:sx n="33" d="100"/>
          <a:sy n="33" d="100"/>
        </p:scale>
        <p:origin x="1978" y="6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ishka G" userId="149d53accda8ca04" providerId="LiveId" clId="{872F1A03-6C34-4067-8D32-C09211AE85EF}"/>
    <pc:docChg chg="custSel modSld">
      <pc:chgData name="Tanishka G" userId="149d53accda8ca04" providerId="LiveId" clId="{872F1A03-6C34-4067-8D32-C09211AE85EF}" dt="2026-10-23T17:43:27.801" v="51" actId="20577"/>
      <pc:docMkLst>
        <pc:docMk/>
      </pc:docMkLst>
      <pc:sldChg chg="modSp mod">
        <pc:chgData name="Tanishka G" userId="149d53accda8ca04" providerId="LiveId" clId="{872F1A03-6C34-4067-8D32-C09211AE85EF}" dt="2026-10-23T17:43:27.801" v="51" actId="20577"/>
        <pc:sldMkLst>
          <pc:docMk/>
          <pc:sldMk cId="2282636557" sldId="267"/>
        </pc:sldMkLst>
        <pc:spChg chg="mod">
          <ac:chgData name="Tanishka G" userId="149d53accda8ca04" providerId="LiveId" clId="{872F1A03-6C34-4067-8D32-C09211AE85EF}" dt="2026-10-23T17:43:27.801" v="51" actId="20577"/>
          <ac:spMkLst>
            <pc:docMk/>
            <pc:sldMk cId="2282636557" sldId="267"/>
            <ac:spMk id="4" creationId="{152EC515-E181-EFFD-2E79-36F43FF9E4E2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29:14.201"/>
    </inkml:context>
    <inkml:brush xml:id="br0">
      <inkml:brushProperty name="width" value="0.1" units="cm"/>
      <inkml:brushProperty name="height" value="0.1" units="cm"/>
      <inkml:brushProperty name="color" value="#DA0C07"/>
      <inkml:brushProperty name="inkEffects" value="lava"/>
      <inkml:brushProperty name="anchorX" value="-2912.2041"/>
      <inkml:brushProperty name="anchorY" value="-2862.70337"/>
      <inkml:brushProperty name="scaleFactor" value="0.5"/>
    </inkml:brush>
  </inkml:definitions>
  <inkml:trace contextRef="#ctx0" brushRef="#br0">202 1354 24575,'0'0'0,"0"-2"0,0-5 0,0-6 0,0-2 0,0-9 0,-6-3 0,0-4 0,-5-4 0,-6-4 0,-1-4 0,-4-5 0,4-2 0,-2-3 0,4-4 0,-2-2 0,4 1 0,3 5 0,4 3 0,0 6 0,3 4 0,0 6 0,2 13 0,7 9 0,6 12 0,4 5 0,4 12 0,7 6 0,3 2 0,2 3 0,3 2 0,0 0 0,3 5 0,-2 0 0,0 0 0,0-4 0,-1-7 0,0-1 0,-3-6 0,-3-5 0,-1-5 0,-7-10 0,-2-8 0,-6-11 0,-4-10 0,-4-10 0,-2-8 0,-2-9 0,0-5 0,-1-5 0,0-1 0,1 4 0,-1 4 0,1 5 0,-1 1 0,1 6 0,0 6 0,0 1 0,0 7 0,0 3 0,3 8 0,6 8 0,0 13 0,2 8 0,-1 10 0,3 7 0,-2 9 0,4 6 0,-3 6 0,4 6 0,0 6 0,3 3 0,3 13 0,-1 9 0,3 6 0,3 9 0,3 3 0,0 4 0,3-2 0,-2-4 0,-1-6 0,-1 0 0,-3-7 0,-6-6 0,-1-8 0,-5-7 0,5-6 0,-4-10 0,3-7 0,3-5 0,1-8 0,-2-2 0,1-7 0,1-5 0,-1-4 0,2-6 0,1-16 0,-4-1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29:15.528"/>
    </inkml:context>
    <inkml:brush xml:id="br0">
      <inkml:brushProperty name="width" value="0.1" units="cm"/>
      <inkml:brushProperty name="height" value="0.1" units="cm"/>
      <inkml:brushProperty name="color" value="#DA0C07"/>
      <inkml:brushProperty name="inkEffects" value="lava"/>
      <inkml:brushProperty name="anchorX" value="-5012.55469"/>
      <inkml:brushProperty name="anchorY" value="-4203.89404"/>
      <inkml:brushProperty name="scaleFactor" value="0.5"/>
    </inkml:brush>
  </inkml:definitions>
  <inkml:trace contextRef="#ctx0" brushRef="#br0">3 117 24575,'0'0'0,"0"-5"0,-3-2 0,3 3 0,0 12 0,7 10 0,2 11 0,6 11 0,5 9 0,1 7 0,3 2 0,-2-5 0,2-4 0,-2-6 0,4-11 0,2-7 0,0-9 0,-1-6 0,-1-5 0,-2-10 0,-6-5 0,3-10 0,-4-6 0,-4-4 0,-4-6 0,-4 0 0,-2-4 0,-2-2 0,-7-2 0,-1-2 0,-3-4 0,2 0 0,1 3 0,-4 3 0,2 7 0,1 14 0,3 17 0,4 15 0,2 14 0,7 11 0,6 11 0,5 11 0,5 8 0,6 11 0,2 7 0,0 6 0,3 4 0,0 9 0,-1 4 0,1 0 0,-4 2 0,0-5 0,-5-3 0,-7-9 0,3-5 0,-5-4 0,-4-6 0,-5-4 0,-3-7 0,-2-3 0,-3-5 0,-3 0 0,-3-5 0,-7-6 0,-2-5 0,-7-7 0,-4-3 0,-2-8 0,-5 0 0,-3-6 0,-3-5 0,-2-11 0,-5-6 0,0-11 0,-1-8 0,4-4 0,6 0 0,4 5 0,9-3 0,2 2 0,6-1 0,-1 3 0,5-2 0,3 2 0,3-1 0,3 1 0,1-1 0,5-2 0,3 2 0,1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29:18.774"/>
    </inkml:context>
    <inkml:brush xml:id="br0">
      <inkml:brushProperty name="width" value="0.1" units="cm"/>
      <inkml:brushProperty name="height" value="0.1" units="cm"/>
      <inkml:brushProperty name="color" value="#DA0C07"/>
      <inkml:brushProperty name="inkEffects" value="lava"/>
      <inkml:brushProperty name="anchorX" value="-8182.80957"/>
      <inkml:brushProperty name="anchorY" value="-7160.93848"/>
      <inkml:brushProperty name="scaleFactor" value="0.5"/>
    </inkml:brush>
  </inkml:definitions>
  <inkml:trace contextRef="#ctx0" brushRef="#br0">535 832 24575,'0'0'0,"-4"3"0,-6 0 0,-5 7 0,-4-1 0,-7 2 0,-4-1 0,-1-2 0,-4 3 0,4-1 0,0-2 0,1-2 0,1-2 0,-2-8 0,2-8 0,1-7 0,3-9 0,0-10 0,6-9 0,-1-4 0,5-5 0,-2 1 0,5 3 0,2 5 0,3 3 0,4 4 0,1 2 0,4 1 0,2 1 0,2 1 0,0-2 0,8 1 0,-1 1 0,7 4 0,0 2 0,4 6 0,-2 0 0,5 6 0,1-1 0,2 4 0,-1 4 0,1 3 0,-3 3 0,-1 2 0,-2 8 0,-6 4 0,0 6 0,-4 6 0,-5 8 0,-2 5 0,-10 9 0,-4 3 0,-7 0 0,-3-3 0,-8-7 0,-2-9 0,-2-3 0,-4-8 0,-1-5 0,1 1 0,0-4 0,5-1 0,0-4 0,7 5 0,6-1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29:20.365"/>
    </inkml:context>
    <inkml:brush xml:id="br0">
      <inkml:brushProperty name="width" value="0.1" units="cm"/>
      <inkml:brushProperty name="height" value="0.1" units="cm"/>
      <inkml:brushProperty name="color" value="#DA0C07"/>
      <inkml:brushProperty name="inkEffects" value="lava"/>
      <inkml:brushProperty name="anchorX" value="-6712.50098"/>
      <inkml:brushProperty name="anchorY" value="-5819.41895"/>
      <inkml:brushProperty name="scaleFactor" value="0.5"/>
    </inkml:brush>
  </inkml:definitions>
  <inkml:trace contextRef="#ctx0" brushRef="#br0">1 10 24575,'0'0'0,"0"-5"0,0 1 0,0 4 0,5 10 0,1 8 0,6 10 0,-1 7 0,1 6 0,-2 7 0,3 8 0,-1 12 0,2 8 0,-2 6 0,1 4 0,-3 1 0,3-1 0,-2-5 0,3-8 0,-2-8 0,3-11 0,-2-8 0,3-13 0,-3-5 0,-3-18 0,-10-10 0,0 0 0,0 0 0,0 0 0,0 0 0,0 0 0,0 0 0,0 0 0,1 0 0,-1 0 0,0 0 0,0 0 0,0 0 0,0 0 0,0 0 0,1 0 0,-1 0 0,0 0 0,0 0 0,0 0 0,0 0 0,0 0 0,1 0 0,-1 0 0,0 0 0,0 0 0,0-1 0,0 1 0,0 0 0,0 0 0,0 0 0,1 0 0,-1 0 0,0 0 0,0 0 0,0-1 0,0 1 0,0 0 0,0 0 0,0 0 0,0 0 0,0-1 0,0 1 0,0 0 0,0 0 0,0 0 0,0 0 0,0 0 0,0-1 0,0 1 0,1-19 0,-4-11 0,-2-10 0,-5-5 0,0-6 0,1-5 0,-1 0 0,3 4 0,1 5 0,2 9 0,2 3 0,1 8 0,1-3 0,9 1 0,6 6 0,5-1 0,8 6 0,6-1 0,2 4 0,-1 4 0,2 4 0,-1 2 0,-2 10 0,2 4 0,-5 7 0,-1 9 0,-4 5 0,-7 5 0,3 6 0,-5 5 0,-4 7 0,-5 3 0,-3 4 0,-2 2 0,-3 1 0,0-2 0,-1-7 0,-2-6 0,-1-10 0,-5-10 0,-6-2 0,-2-6 0,-6-3 0,-6-6 0,-3-3 0,-4-4 0,-3-2 0,1-1 0,5-2 0,1 1 0,14-7 0,19 7 0,-1 0 0,-1 0 0,1 0 0,0 0 0,0 0 0,0 0 0,-1-1 0,1 1 0,0 0 0,0 0 0,0 0 0,0 0 0,-1 0 0,1-1 0,0 1 0,0 0 0,0 0 0,0 0 0,0 0 0,0-1 0,0 1 0,-1 0 0,1 0 0,0-1 0,0 1 0,0 0 0,0 0 0,0 0 0,0-1 0,0 1 0,0 0 0,0 0 0,0-1 0,0 1 0,0 0 0,0 0 0,0 0 0,0-1 0,1 1 0,-1 0 0,0-1 0,4-6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29:21.273"/>
    </inkml:context>
    <inkml:brush xml:id="br0">
      <inkml:brushProperty name="width" value="0.1" units="cm"/>
      <inkml:brushProperty name="height" value="0.1" units="cm"/>
      <inkml:brushProperty name="color" value="#DA0C07"/>
      <inkml:brushProperty name="inkEffects" value="lava"/>
      <inkml:brushProperty name="anchorX" value="-8074.65332"/>
      <inkml:brushProperty name="anchorY" value="-7933.4165"/>
      <inkml:brushProperty name="scaleFactor" value="0.5"/>
    </inkml:brush>
  </inkml:definitions>
  <inkml:trace contextRef="#ctx0" brushRef="#br0">391 64 24575,'0'0'0,"-5"-8"0,-8-3 0,-1 1 0,-6-1 0,-3 2 0,-2 2 0,-6 3 0,-1 1 0,0 5 0,0 7 0,1 4 0,0 9 0,5 4 0,5 8 0,1 8 0,5 7 0,5 2 0,3 2 0,4-3 0,5-6 0,6-9 0,8-5 0,4-9 0,5-7 0,6-6 0,4-5 0,6-2 0,6-5 0,-1 0 0,-2-1 0,-5 1 0,-6 2 0,-9 3 0,0 4 0,-5 7 0,-4 4 0,-3 7 0,-5 8 0,-3 6 0,-2 5 0,-1 0 0,-1 2 0,-4-5 0,0-3 0,-5-9 0,0-1 0,-10-8 0,-2 1 0,-7-5 0,-2-4 0,-4-3 0,-3-4 0,0-1 0,1-2 0,2 0 0,7-4 0,8-6 0,13-4 0,5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29:21.994"/>
    </inkml:context>
    <inkml:brush xml:id="br0">
      <inkml:brushProperty name="width" value="0.1" units="cm"/>
      <inkml:brushProperty name="height" value="0.1" units="cm"/>
      <inkml:brushProperty name="color" value="#DA0C07"/>
      <inkml:brushProperty name="inkEffects" value="lava"/>
      <inkml:brushProperty name="anchorX" value="-6812.62256"/>
      <inkml:brushProperty name="anchorY" value="-7674.05615"/>
      <inkml:brushProperty name="scaleFactor" value="0.5"/>
    </inkml:brush>
  </inkml:definitions>
  <inkml:trace contextRef="#ctx0" brushRef="#br0">60 0 24575,'0'0'0,"0"5"0,0 12 0,-6 9 0,0 4 0,-5 7 0,0 11 0,1 9 0,3 9 0,3 6 0,1 1 0,1-1 0,5-4 0,6-7 0,9-11 0,5-14 0,5-12 0,4-11 0,2-7 0,0-5 0,2-5 0,-4-8 0,-2-3 0,-6-6 0,-4-4 0,-7-2 0,-4-10 0,-4 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29:22.719"/>
    </inkml:context>
    <inkml:brush xml:id="br0">
      <inkml:brushProperty name="width" value="0.1" units="cm"/>
      <inkml:brushProperty name="height" value="0.1" units="cm"/>
      <inkml:brushProperty name="color" value="#DA0C07"/>
      <inkml:brushProperty name="inkEffects" value="lava"/>
      <inkml:brushProperty name="anchorX" value="-8113.30469"/>
      <inkml:brushProperty name="anchorY" value="-9222.21094"/>
      <inkml:brushProperty name="scaleFactor" value="0.5"/>
    </inkml:brush>
  </inkml:definitions>
  <inkml:trace contextRef="#ctx0" brushRef="#br0">191 297 24575,'0'0'0,"0"2"0,0 5 0,3 0 0,5-2 0,7 0 0,8-2 0,7-1 0,6-1 0,3-4 0,-2-6 0,-2-4 0,-7-9 0,-9-2 0,-7-3 0,-6-5 0,-3 2 0,-9-1 0,-3 3 0,-10 0 0,-8 6 0,-7 0 0,-4 5 0,-7 5 0,-4 5 0,-4 6 0,0 8 0,4 6 0,11 6 0,5 5 0,11 7 0,21-28 0,-1 1 0,1 0 0,-1 0 0,1-1 0,0 1 0,1 0 0,-2 6 0,3-7 0,-1 2 0,0-1 0,0 0 0,1 0 0,0 0 0,0 0 0,2 6 0,8 22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29:23.643"/>
    </inkml:context>
    <inkml:brush xml:id="br0">
      <inkml:brushProperty name="width" value="0.1" units="cm"/>
      <inkml:brushProperty name="height" value="0.1" units="cm"/>
      <inkml:brushProperty name="color" value="#DA0C07"/>
      <inkml:brushProperty name="inkEffects" value="lava"/>
      <inkml:brushProperty name="anchorX" value="-6927.5835"/>
      <inkml:brushProperty name="anchorY" value="-8119.68457"/>
      <inkml:brushProperty name="scaleFactor" value="0.5"/>
    </inkml:brush>
  </inkml:definitions>
  <inkml:trace contextRef="#ctx0" brushRef="#br0">147 17 24575,'0'0'0,"0"-3"0,0-7 0,0 7 0,0 3 0,-6 12 0,0 11 0,-3 12 0,1 10 0,-4 15 0,2 12 0,-2 10 0,2 7 0,-5 4 0,1 5 0,0 5 0,2 3 0,3 5 0,4 4 0,2 2 0,1-4 0,2-7 0,6-12 0,6-13 0,4-13 0,3-15 0,2-17 0,2-14 0,2-10 0,1-8 0,5-4 0,0-9 0,4-7 0,-1-9 0,-3-8 0,-1-6 0,-8-5 0,0 1 0,-6-2 0,-4 9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29:24.039"/>
    </inkml:context>
    <inkml:brush xml:id="br0">
      <inkml:brushProperty name="width" value="0.1" units="cm"/>
      <inkml:brushProperty name="height" value="0.1" units="cm"/>
      <inkml:brushProperty name="color" value="#DA0C07"/>
      <inkml:brushProperty name="inkEffects" value="lava"/>
      <inkml:brushProperty name="anchorX" value="-8203.95996"/>
      <inkml:brushProperty name="anchorY" value="-10438.56934"/>
      <inkml:brushProperty name="scaleFactor" value="0.5"/>
    </inkml:brush>
  </inkml:definitions>
  <inkml:trace contextRef="#ctx0" brushRef="#br0">0 129 24575,'0'0'0,"0"-6"0,3-1 0,6-2 0,8 0 0,12-4 0,12 1 0,12-4 0,12 3 0,3-1 0,0 3 0,-3 3 0,-6 2 0,-11 3 0,-8 2 0,-12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29:25.067"/>
    </inkml:context>
    <inkml:brush xml:id="br0">
      <inkml:brushProperty name="width" value="0.1" units="cm"/>
      <inkml:brushProperty name="height" value="0.1" units="cm"/>
      <inkml:brushProperty name="color" value="#DA0C07"/>
      <inkml:brushProperty name="inkEffects" value="lava"/>
      <inkml:brushProperty name="anchorX" value="-9802.07715"/>
      <inkml:brushProperty name="anchorY" value="-11339.31152"/>
      <inkml:brushProperty name="scaleFactor" value="0.5"/>
    </inkml:brush>
  </inkml:definitions>
  <inkml:trace contextRef="#ctx0" brushRef="#br0">638 1038 24575,'0'0'0,"-3"0"0,-9 0 0,-5 0 0,-3 0 0,-4 0 0,-2 0 0,2 0 0,-2 0 0,-3 0 0,-1 0 0,0 0 0,-3 0 0,-1 0 0,2-9 0,0-1 0,1-6 0,-2 2 0,0-8 0,2-2 0,-1-5 0,2-4 0,6-2 0,4-6 0,5-7 0,6-2 0,4-1 0,3 0 0,1 1 0,2 0 0,9 2 0,2 3 0,7 4 0,3 1 0,4 2 0,2 2 0,3-1 0,2 1 0,0 1 0,1 1 0,1 1 0,-2 7 0,2 4 0,-1 7 0,-1 5 0,1 5 0,0 2 0,-2 3 0,0 0 0,-7 5 0,-1 5 0,-7 4 0,1 8 0,-4 8 0,-5 6 0,-5 3 0,-4 3 0,-10-1 0,-7-2 0,-8 1 0,-8-5 0,-4-2 0,-5-7 0,-1-5 0,-1-7 0,-1-5 0,0-4 0,7 3 0,0-1 0,3-1 0,2-2 0,5-1 0,1-2 0,1 0 0,0-1 0,5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29:26.279"/>
    </inkml:context>
    <inkml:brush xml:id="br0">
      <inkml:brushProperty name="width" value="0.1" units="cm"/>
      <inkml:brushProperty name="height" value="0.1" units="cm"/>
      <inkml:brushProperty name="color" value="#DA0C07"/>
      <inkml:brushProperty name="inkEffects" value="lava"/>
      <inkml:brushProperty name="anchorX" value="-8208.76465"/>
      <inkml:brushProperty name="anchorY" value="-9830.47754"/>
      <inkml:brushProperty name="scaleFactor" value="0.5"/>
    </inkml:brush>
  </inkml:definitions>
  <inkml:trace contextRef="#ctx0" brushRef="#br0">1 550 24575,'0'0'0,"0"-6"0,0-7 0,0-6 0,5-3 0,7-3 0,11-2 0,11-2 0,10-5 0,9-4 0,8 0 0,3 0 0,1 2 0,-1 1 0,-5 5 0,-4 1 0,-4 7 0,-4-1 0,-5 7 0,-4-2 0,-7 4 0,-3 4 0,-8 0 0,0 2 0,3 3 0,-1 2 0,-3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29:27.779"/>
    </inkml:context>
    <inkml:brush xml:id="br0">
      <inkml:brushProperty name="width" value="0.1" units="cm"/>
      <inkml:brushProperty name="height" value="0.1" units="cm"/>
      <inkml:brushProperty name="color" value="#DA0C07"/>
      <inkml:brushProperty name="inkEffects" value="lava"/>
      <inkml:brushProperty name="anchorX" value="-10088.13672"/>
      <inkml:brushProperty name="anchorY" value="-10351.39453"/>
      <inkml:brushProperty name="scaleFactor" value="0.5"/>
    </inkml:brush>
  </inkml:definitions>
  <inkml:trace contextRef="#ctx0" brushRef="#br0">0 408 24575,'0'0'0,"5"0"0,7 0 0,6-3 0,7 0 0,7-6 0,5 0 0,3-6 0,3 2 0,1-7 0,1 2 0,-1 0 0,0 4 0,-2 4 0,-2-3 0,1 3 0,5-1 0,10 3 0,9-5 0,9 2 0,6-4 0,4 2 0,-3-4 0,-2 3 0,-5 3 0,-6 0 0,-7 3 0,-6 3 0,-5 1 0,-4-4 0,1 1 0,1 0 0,3-4 0,2 1 0,2 2 0,1-2 0,2 3 0,0 2 0,-1 1 0,-1 2 0,-1-5 0,-1 0 0,-1 1 0,0 1 0,3 1 0,4 2 0,2 1 0,0 1 0,-1 0 0,-1 0 0,-1 0 0,0 0 0,-1 1 0,0-1 0,-1 0 0,0 0 0,4 0 0,2 0 0,0 0 0,6 0 0,1 0 0,-1 0 0,1 0 0,0 0 0,-2 0 0,3 3 0,0 0 0,4 0 0,-2 6 0,-1 0 0,-2-2 0,-2 5 0,-5-1 0,-5-2 0,-9-3 0,-7 2 0,-8-3 0,-5 0 0,-2-3 0,-10 0 0,-15-1 0,-5-1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29:30.321"/>
    </inkml:context>
    <inkml:brush xml:id="br0">
      <inkml:brushProperty name="width" value="0.1" units="cm"/>
      <inkml:brushProperty name="height" value="0.1" units="cm"/>
      <inkml:brushProperty name="color" value="#DA0C07"/>
      <inkml:brushProperty name="inkEffects" value="lava"/>
      <inkml:brushProperty name="anchorX" value="-15338.7998"/>
      <inkml:brushProperty name="anchorY" value="-11086.31543"/>
      <inkml:brushProperty name="scaleFactor" value="0.5"/>
    </inkml:brush>
  </inkml:definitions>
  <inkml:trace contextRef="#ctx0" brushRef="#br0">1 1909 24575,'0'0'0,"0"-5"0,6-9 0,2-5 0,1-5 0,5-5 0,-2 2 0,3-2 0,-2 3 0,1-1 0,2 0 0,0-4 0,-2 1 0,2 0 0,-3 3 0,0 0 0,2 0 0,4-5 0,3 0 0,0 2 0,5 0 0,1 0 0,4-3 0,4 3 0,0-1 0,-1 4 0,2 0 0,-5 6 0,-1-1 0,-5 6 0,-6-2 0,2 3 0,-5-1 0,4 2 0,0-3 0,1-2 0,-1 1 0,2-5 0,2-2 0,-3 2 0,2 0 0,-2 4 0,1-1 0,-1 4 0,0-5 0,-1 4 0,1-3 0,2-3 0,4 1 0,4-2 0,5 4 0,-1-2 0,3 5 0,-1-1 0,-3 3 0,1-5 0,-1 2 0,-2-2 0,2-2 0,4 3 0,2-3 0,2-1 0,1 1 0,1 4 0,-1-5 0,0 5 0,0 0 0,-4 5 0,1-3 0,-1 4 0,1-1 0,0 4 0,1-5 0,3 3 0,1-4 0,3 3 0,3-5 0,1 3 0,3 0 0,-2 3 0,-2 3 0,-3-3 0,-2 1 0,-2 3 0,-2-2 0,1 3 0,1 0 0,6-6 0,7 0 0,2-2 0,1 3 0,0 2 0,2-3 0,0 2 0,-1 2 0,-1-1 0,-4 2 0,-4 2 0,-4 1 0,-3-4 0,-1 1 0,-2 0 0,-1 2 0,4 2 0,-1 1 0,1-6 0,-4 2 0,0-1 0,-1 2 0,3 2 0,0 1 0,1 0 0,0 2 0,0-3 0,-1 0 0,0 0 0,-1 1 0,0 0 0,-2 1 0,-1 0 0,0 1 0,3 0 0,2 0 0,2 0 0,1 1 0,0-1 0,-1 0 0,-2 0 0,0 0 0,-1 0 0,-1 0 0,3 0 0,0 0 0,0 0 0,-1 0 0,0 0 0,-4 0 0,0 0 0,-3 0 0,-3 0 0,0 0 0,-1 6 0,-2 0 0,-1 1 0,-1-2 0,-3-1 0,-1 5 0,-4-2 0,2 0 0,-3-1 0,1-3 0,1 3 0,2-2 0,-2-1 0,2 0 0,-6 5 0,-4 5 0,-5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29:55.2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642 2738 24575,'-7'-1'0,"0"0"0,-1 0 0,1 0 0,0-1 0,0 0 0,0-1 0,0 1 0,0-2 0,1 1 0,-1-1 0,1 0 0,0 0 0,0-1 0,0 0 0,0 0 0,1 0 0,-6-7 0,-8-13 0,1-1 0,-30-55 0,18 28 0,-19-33 0,-73-177 0,-11-103 0,112 301 0,2 0 0,2 0 0,4-2 0,2 0 0,-5-94 0,14 124 0,2-1 0,1 0 0,1 1 0,2-1 0,13-55 0,10 4 0,3 1 0,57-116 0,104-153 0,-126 254 0,-64 102 0,-1 0 0,1 0 0,0 0 0,-1 0 0,1 0 0,-1 0 0,1 0 0,-1 0 0,1 0 0,-1 0 0,1-1 0,-1 1 0,0 0 0,0 0 0,0 0 0,0-1 0,0 1 0,0 0 0,0 0 0,0 0 0,0-1 0,0 1 0,0 0 0,-1 0 0,0-2 0,0 2 0,0 0 0,0 1 0,0-1 0,0 0 0,0 0 0,0 0 0,0 1 0,-1-1 0,1 1 0,0-1 0,-1 1 0,1 0 0,0-1 0,-1 1 0,1 0 0,0 0 0,-3 0 0,-10 1 0,1 0 0,-1 1 0,-16 4 0,22-4 0,-53 15 0,1 2 0,-67 34 0,103-43 0,-10 8 0,24-10 0,21-7 0,25-10 0,0-2 0,-1-1 0,0-3 0,50-28 0,-32 16 0,36-17 0,114-37 0,-198 80 0,7-3 0,0 0 0,0 1 0,25-2 0,-34 5 0,-1 0 0,1 0 0,0 0 0,-1 0 0,1 1 0,0-1 0,-1 1 0,1 0 0,0-1 0,-1 1 0,1 1 0,-1-1 0,0 0 0,1 1 0,-1-1 0,0 1 0,0 0 0,0 0 0,0 0 0,0 0 0,0 0 0,0 0 0,-1 0 0,3 4 0,-1 3 0,1 0 0,-2-1 0,1 1 0,-1 1 0,0-1 0,-1 0 0,0 0 0,0 16 0,-6 83 0,2-63 0,-2 28 0,-2 156 0,8-216-170,0 0-1,1 0 0,1 1 1,0-1-1,0-1 0,1 1 1,9 18-1,12 15-6655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2:06.5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31 24575,'0'-10'0,"0"-10"0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2:34.5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 24575,'-5'0'0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2:38.9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1406 260 24575,'0'-8'0,"1"-1"0,-2 1 0,1-1 0,-1 1 0,0 0 0,-1-1 0,0 1 0,0 0 0,-1 0 0,0 0 0,0 0 0,0 1 0,-1 0 0,0-1 0,-1 1 0,1 1 0,-1-1 0,0 1 0,-1 0 0,1 0 0,-1 0 0,0 1 0,-8-5 0,-4-1 0,0 0 0,-1 2 0,-1 0 0,1 1 0,-1 1 0,0 1 0,-1 1 0,-37-3 0,5 4 0,0 2 0,-67 8 0,92-2 0,0 1 0,1 1 0,-1 1 0,-33 15 0,-97 54 0,-13 6 0,107-52 0,0 2 0,-83 60 0,141-87 0,-77 57 0,83-61 0,0-1 0,0 0 0,-1 1 0,1-1 0,0 1 0,-1-1 0,1 0 0,0 0 0,0 1 0,-1-1 0,1 0 0,0 0 0,-1 1 0,1-1 0,-1 0 0,1 0 0,0 0 0,-1 0 0,1 1 0,0-1 0,-1 0 0,1 0 0,-1 0 0,1 0 0,-1 0 0,1 0 0,0 0 0,-1 0 0,1 0 0,-1-1 0,1 1 0,0 0 0,-1 0 0,1 0 0,0 0 0,-1-1 0,1 1 0,0 0 0,-1 0 0,1-1 0,0 1 0,-1 0 0,1 0 0,0-1 0,0 1 0,-1 0 0,1-1 0,0 1 0,0-1 0,-1 1 0,1 0 0,0-1 0,0 1 0,0-1 0,0 1 0,0-1 0,0 1 0,0 0 0,0-1 0,0 1 0,0-1 0,0 1 0,0-1 0,0 1 0,0 0 0,0-1 0,0 1 0,0-1 0,0 0 0,9-35 0,4 2 0,1 0 0,2 1 0,2 1 0,0 0 0,2 2 0,1 0 0,1 2 0,1 1 0,2 0 0,27-22 0,-39 35 0,-13 13 0,0 1 0,0 0 0,0 0 0,0 0 0,0 0 0,0 0 0,0-1 0,0 1 0,0 0 0,0 0 0,0 0 0,0 0 0,0 0 0,0 0 0,0 0 0,0-1 0,0 1 0,0 0 0,0 0 0,0 0 0,-1 0 0,1 0 0,0 0 0,0 0 0,0 0 0,0-1 0,0 1 0,0 0 0,0 0 0,0 0 0,-1 0 0,1 0 0,0 0 0,0 0 0,0 0 0,0 0 0,0 0 0,0 0 0,0 0 0,-1 0 0,1 0 0,0 0 0,0 0 0,0 0 0,0 0 0,0 0 0,0 0 0,0 0 0,-1 0 0,1 0 0,0 0 0,0 0 0,0 0 0,0 0 0,0 1 0,0-1 0,0 0 0,-1 0 0,-28 16 0,11-2 0,0 1 0,2 1 0,-1 0 0,2 1 0,0 1 0,-22 37 0,7-11 0,22-33 0,-1 1 0,2 0 0,-1 1 0,-9 22 0,16-32 0,0 0 0,0 0 0,0 0 0,1 0 0,-1 0 0,1 0 0,-1 1 0,1-1 0,0 0 0,0 0 0,0 0 0,1 1 0,-1-1 0,1 0 0,-1 0 0,1 0 0,0 0 0,0 0 0,1 0 0,-1 0 0,0 0 0,1 0 0,0 0 0,-1-1 0,1 1 0,3 2 0,4 4 5,0 0 1,1-1-1,0 0 0,0-1 0,1 0 1,0-1-1,21 9 0,89 25-220,-58-22-977,-31-7-5634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2:40.3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 24575,'0'-1'0,"0"1"0,0-1 0,0 1 0,0 0 0,0-1 0,0 1 0,0-1 0,0 1 0,0 0 0,0-1 0,0 1 0,0-1 0,0 1 0,0 0 0,0-1 0,1 1 0,-1 0 0,0-1 0,0 1 0,0-1 0,1 1 0,-1 0 0,0 0 0,0-1 0,1 1 0,-1 0 0,0 0 0,1-1 0,-1 1 0,0 0 0,1 0 0,-1 0 0,0-1 0,1 1 0,-1 0 0,0 0 0,1 0 0,-1 0 0,1 0 0,-1 0 0,0 0 0,1 0 0,-1 0 0,0 0 0,1 0 0,-1 0 0,1 0 0,-1 0 0,0 0 0,1 1 0,-1-1 0,0 0 0,1 0 0,-1 0 0,0 1 0,1-1 0,-1 0 0,0 0 0,0 1 0,1 0 0,1 0 0,1 1 0,-1-1 0,0 1 0,-1 0 0,1 0 0,0 0 0,0 0 0,-1 1 0,3 2 0,5 22 0,0 0 0,-2 0 0,0 1 0,5 56 0,-1-8 0,14 89 0,-8 1 0,-4 331 0,-14-475-1365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2:40.6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7 122 24575,'-5'0'0,"3"0"0,8 0 0,16-11 0,15-3 0,11 0 0,6-2 0,5 1 0,-3 4 0,3 3 0,-8-8 0,-13 0-8191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2:41.1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24575,'34'163'0,"-17"7"0,-7 280 0,-2-15 0,8-177-1365,-14-230-5461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2:41.7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24575,'9'0'0,"4"6"0,0 17 0,-3 15 0,7 8 0,0 5 0,-2 11 0,-4 5 0,-4 2 0,-3-1 0,-2 0 0,-2-2 0,0-17 0,-1-17-8191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2:42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63 307 24575,'12'0'0,"-1"0"0,0-1 0,0 0 0,17-5 0,-25 5 0,1 0 0,-1-1 0,0 1 0,1-1 0,-1 0 0,0 0 0,0 0 0,0 0 0,0 0 0,-1-1 0,1 0 0,-1 1 0,1-1 0,-1 0 0,0 0 0,0-1 0,0 1 0,2-5 0,0-4 0,0 0 0,-1 0 0,0-1 0,0 1 0,-2-1 0,1 1 0,-2-1 0,1 0 0,-4-24 0,3 31 0,-1 0 0,-1 0 0,1 0 0,-1 0 0,0 0 0,0 1 0,0-1 0,-1 1 0,0-1 0,-4-5 0,5 8 0,0 0 0,-1 1 0,1-1 0,-1 1 0,0 0 0,0-1 0,0 1 0,0 1 0,0-1 0,0 0 0,0 1 0,0 0 0,-1 0 0,1 0 0,0 0 0,-1 0 0,-6 1 0,6 0 5,0 0 1,0 0-1,0 1 0,0-1 0,0 1 0,0 0 1,1 1-1,-1-1 0,0 1 0,0-1 1,1 1-1,-1 1 0,1-1 0,0 0 0,-1 1 1,1 0-1,0 0 0,1 0 0,-1 0 0,0 0 1,1 1-1,-4 5 0,0 1-191,1 0 1,1 0-1,0 1 0,0 0 1,1 0-1,0 0 1,-3 16-1,1 20-6640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2:43.3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86 24575,'0'0'0,"0"0"0,0 0 0,0-1 0,0 1 0,0 0 0,0-1 0,0 1 0,0 0 0,0 0 0,0-1 0,0 1 0,0 0 0,0-1 0,0 1 0,0 0 0,0 0 0,0-1 0,0 1 0,0 0 0,0 0 0,0-1 0,0 1 0,1 0 0,-1 0 0,0-1 0,0 1 0,0 0 0,0 0 0,1 0 0,-1-1 0,0 1 0,0 0 0,0 0 0,1 0 0,-1 0 0,0-1 0,0 1 0,1 0 0,-1 0 0,0 0 0,0 0 0,1 0 0,-1 0 0,1 0 0,11 10 0,11 23 0,-7 0 0,-1 1 0,-1 1 0,-2 0 0,14 62 0,-12-44 0,19 119 0,-41-210 0,1 0 0,2 0 0,1-1 0,1-65 0,3 72 0,-1 2 0,2 1 0,1-1 0,5-33 0,-6 55 0,1 1 0,-1-1 0,1 0 0,1 1 0,-1 0 0,1-1 0,0 1 0,1 0 0,-1 1 0,1-1 0,1 1 0,-1-1 0,1 2 0,0-1 0,0 0 0,0 1 0,7-5 0,-9 9 0,-1-1 0,0 1 0,1-1 0,-1 1 0,1 0 0,0 0 0,-1 0 0,1 0 0,0 1 0,-1-1 0,1 1 0,0 0 0,0 0 0,-1 0 0,1 0 0,0 0 0,0 1 0,-1-1 0,1 1 0,0 0 0,2 1 0,-1 0 0,0 1 0,-1 0 0,1-1 0,-1 2 0,1-1 0,-1 0 0,0 1 0,0-1 0,-1 1 0,1 0 0,4 8 0,1 6 0,-1 0 0,-1 1 0,0 0 0,-1 0 0,3 24 0,-4-11 0,0 52 0,-5-64 0,2-1 0,0 0 0,0 0 0,2 0 0,0 0 0,1 0 0,11 31 0,-13-45-114,1 0 1,0 0-1,0-1 0,0 1 0,0-1 1,1 0-1,-1 0 0,1 0 0,0 0 1,0-1-1,6 4 0,16 8-6712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2:44.1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284 994 24575,'0'-9'0,"0"0"0,-1 1 0,0-1 0,0 0 0,-1 1 0,0-1 0,0 1 0,-4-10 0,5 16 0,0-1 0,0 1 0,-1-1 0,1 1 0,-1 0 0,0 0 0,0 0 0,0 0 0,0 0 0,0 0 0,0 0 0,0 0 0,0 1 0,0-1 0,-1 1 0,1 0 0,-1 0 0,1 0 0,-1 0 0,1 0 0,-1 1 0,0-1 0,1 1 0,-1 0 0,0 0 0,1 0 0,-1 0 0,-2 1 0,-2 0 0,0 1 0,1 0 0,-1 0 0,1 1 0,-1 0 0,1 0 0,0 0 0,0 1 0,0 0 0,1 1 0,-1-1 0,1 1 0,0 0 0,0 1 0,0-1 0,1 1 0,0 0 0,0 0 0,-6 14 0,-5 10 0,2 2 0,-20 64 0,32-91 0,-5 13 0,1 1 0,1-1 0,0 1 0,2 0 0,0 0 0,0 21 0,2-33 0,1 0 0,-1 0 0,1 0 0,1 0 0,-1 0 0,1 0 0,0 0 0,1-1 0,-1 1 0,1-1 0,0 1 0,1-1 0,-1 0 0,1-1 0,0 1 0,1-1 0,-1 0 0,1 0 0,6 5 0,-2-3 0,1 0 0,1 0 0,-1-1 0,1-1 0,0 0 0,0-1 0,0 0 0,1 0 0,18 2 0,-24-5 0,0-1 0,-1 1 0,1-1 0,0 0 0,0 0 0,0-1 0,0 0 0,0 0 0,-1-1 0,1 1 0,0-1 0,-1-1 0,1 1 0,-1-1 0,0 0 0,0 0 0,0-1 0,0 1 0,0-1 0,-1 0 0,5-6 0,-2-1 0,0-1 0,0 1 0,-1-2 0,-1 1 0,1-1 0,-2 0 0,0 0 0,0-1 0,-1 1 0,-1-1 0,2-17 0,-1-18 0,-4-89 0,-11-7 0,-34-160 0,-8-98 0,47 194 0,9 606 0,1 51 0,0-376 0,22 122 0,-18-158 0,2 0 0,1-1 0,1 0 0,2-1 0,21 41 0,-31-70 9,-1 0 1,1 0-1,1 0 0,-1-1 0,1 1 1,-1-1-1,1 0 0,0 0 0,1 0 0,-1-1 1,1 0-1,4 3 0,-6-4-92,1-1 1,-1 0-1,1 0 1,-1 0-1,1 0 1,-1-1-1,1 1 1,0-1-1,-1 0 1,1 0-1,0 0 1,-1-1-1,1 0 1,-1 1-1,1-1 1,-1-1-1,7-2 1,23-15-6744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2:44.8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323 70 24575,'0'-2'0,"-1"-1"0,0 1 0,0 0 0,0 0 0,-1 0 0,1 0 0,0 0 0,-1 0 0,1 0 0,-1 0 0,0 1 0,1-1 0,-4-1 0,-25-21 0,26 22 0,0-1 0,1 1 0,-1 0 0,0 1 0,0-1 0,0 1 0,0 0 0,-1 0 0,1 0 0,0 1 0,0-1 0,0 1 0,-1 0 0,1 0 0,0 1 0,0 0 0,0-1 0,-6 3 0,3 0 0,0 1 0,1-1 0,-1 1 0,1 0 0,0 1 0,0 0 0,0 0 0,0 0 0,-8 12 0,1 0 0,0 2 0,1 0 0,1 1 0,1 0 0,0 0 0,-10 35 0,12-31 0,2 1 0,-5 34 0,10-47 0,-1 0 0,2 0 0,0-1 0,0 1 0,1 0 0,0 0 0,4 14 0,-4-22 0,1 0 0,-1-1 0,1 1 0,0 0 0,0 0 0,0-1 0,1 0 0,-1 1 0,1-1 0,0 0 0,0 0 0,0-1 0,0 1 0,0 0 0,0-1 0,1 0 0,-1 0 0,1 0 0,0-1 0,-1 1 0,1-1 0,0 0 0,6 1 0,10 2 0,-1-2 0,1 0 0,28-3 0,-32 1 0,24 0 0,60 9 0,-83-7 0,1 2 0,-1 1 0,0 0 0,0 1 0,31 17 0,-42-19 0,1 2 0,-1-1 0,0 1 0,0 0 0,-1 0 0,0 0 0,0 1 0,0 0 0,-1 0 0,0 1 0,0-1 0,-1 1 0,1 0 0,-2 0 0,1 0 0,-1 0 0,2 15 0,-2-14 0,0 1 0,-1-1 0,-1 1 0,1 0 0,-2-1 0,1 1 0,-1 0 0,0-1 0,-1 1 0,0-1 0,0 1 0,-1-1 0,0 0 0,-1 0 0,-7 14 0,2-10 0,-1-1 0,0 0 0,0-1 0,-1 0 0,-1 0 0,0-1 0,0-1 0,-1 0 0,1-1 0,-2-1 0,1 0 0,-16 5 0,7-4 0,-1-1 0,0-1 0,0-1 0,-1-1 0,1-2 0,-1 0 0,-23-2 0,33-1 30,-1-1 0,1 0 0,-22-8 0,32 9-129,-1 0 0,1-1 0,-1 0 0,1 0 0,0-1 0,-1 1 0,1-1 0,0 0 0,1 0 0,-1 0 0,0-1 0,1 1 0,0-1 0,-4-6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2:45.5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24575,'0'10'0,"0"10"0,0 16 0,0 14 0,0 8 0,0 11 0,0 3 0,0 2 0,0-8 0,0-4 0,0-7 0,0-24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2:46.0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63 442 24575,'0'-2'0,"1"1"0,-1 0 0,0-1 0,1 1 0,-1 0 0,1-1 0,-1 1 0,1 0 0,-1 0 0,1 0 0,0-1 0,0 1 0,0 0 0,-1 0 0,1 0 0,0 0 0,0 1 0,0-1 0,0 0 0,0 0 0,1 1 0,-1-1 0,0 0 0,0 1 0,0-1 0,0 1 0,1 0 0,-1-1 0,0 1 0,3 0 0,46-4 0,-38 4 0,5-1 0,0 0 0,-1-1 0,1 0 0,0-2 0,25-9 0,-35 10 0,0 0 0,0-1 0,0 0 0,-1-1 0,1 0 0,-1 0 0,0 0 0,0-1 0,-1 0 0,0 0 0,0 0 0,0-1 0,0 0 0,5-11 0,-6 8 0,1 0 0,-1 0 0,0-1 0,-1 1 0,0-1 0,-1 0 0,0 0 0,-1 0 0,0 0 0,0-1 0,-1 1 0,0 0 0,-3-15 0,2 20 0,0-1 0,-1 1 0,1 0 0,-1 0 0,0 0 0,-1 1 0,0-1 0,0 0 0,0 1 0,0 0 0,-1 0 0,1 0 0,-1 0 0,0 1 0,-1-1 0,1 1 0,-1 0 0,0 1 0,1-1 0,-1 1 0,-1 0 0,1 1 0,0-1 0,-12-3 0,9 4 0,-1-1 0,0 1 0,0 1 0,0-1 0,-1 2 0,1-1 0,0 2 0,0-1 0,0 1 0,0 1 0,0 0 0,0 0 0,0 1 0,0 0 0,1 0 0,-1 1 0,1 1 0,0-1 0,0 1 0,0 1 0,1 0 0,0 0 0,0 1 0,0-1 0,1 2 0,0-1 0,0 1 0,0 0 0,1 0 0,0 1 0,-4 11 0,1 0-273,0 1 0,2 0 0,0 0 0,-3 25 0,1 15-6553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2:47.0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413 80 24575,'0'-3'0,"-1"0"0,1 0 0,-1 1 0,1-1 0,-1 1 0,0-1 0,0 0 0,0 1 0,-1 0 0,1-1 0,0 1 0,-1 0 0,0-1 0,1 1 0,-1 0 0,0 0 0,0 1 0,0-1 0,0 0 0,0 1 0,0-1 0,0 1 0,-3-1 0,-4-3 0,0 1 0,0 0 0,0 1 0,-17-4 0,19 5 0,1 1 0,-1 1 0,0-1 0,0 1 0,1 1 0,-1-1 0,0 1 0,1 0 0,-1 1 0,0 0 0,1 0 0,0 1 0,-9 3 0,6 0 0,0 0 0,0 1 0,0-1 0,1 2 0,0-1 0,0 2 0,-12 16 0,7-7 0,2 1 0,0 0 0,1 0 0,1 1 0,1 1 0,0 0 0,1 0 0,-6 33 0,10-36 0,0 1 0,1 0 0,1 0 0,0 0 0,2 0 0,4 37 0,-4-50 0,0-1 0,0 1 0,1 0 0,0-1 0,0 0 0,0 1 0,0-1 0,1 0 0,0 0 0,0 0 0,0-1 0,0 1 0,1-1 0,-1 0 0,1 0 0,0 0 0,0-1 0,1 1 0,-1-1 0,1 0 0,-1 0 0,1-1 0,0 0 0,0 1 0,0-2 0,8 3 0,-8-3 0,1 0 0,0 0 0,1-1 0,-1 0 0,0 0 0,0-1 0,0 1 0,0-2 0,0 1 0,-1-1 0,1 1 0,0-2 0,0 1 0,-1-1 0,1 0 0,-1 0 0,0 0 0,0-1 0,0 0 0,0 0 0,-1-1 0,0 1 0,1-1 0,-1 0 0,-1 0 0,6-10 0,3-6 0,-1 0 0,-1-1 0,-1-1 0,-1 0 0,10-42 0,-15 50 0,1 0 0,1 1 0,0 0 0,8-15 0,-13 28 0,0 1 0,0-1 0,1 0 0,-1 1 0,0-1 0,1 0 0,-1 1 0,0-1 0,1 1 0,-1-1 0,1 1 0,-1-1 0,1 1 0,-1-1 0,1 1 0,-1 0 0,1-1 0,0 1 0,-1 0 0,1-1 0,0 1 0,-1 0 0,1 0 0,0-1 0,7 13 0,-1 31 0,-1 392 0,-9-269 0,3-144 0,0 48 0,-14 122 0,12-181 0,0-1 0,-1 1 0,0-1 0,-1 0 0,0 0 0,0 0 0,-1 0 0,0-1 0,-1 0 0,0 0 0,0-1 0,0 1 0,-1-1 0,-1-1 0,-13 12 0,8-9 0,-1-1 0,-1 0 0,1-1 0,-1 0 0,-1-2 0,1 0 0,-1 0 0,-28 4 0,39-9 0,0 0 0,0 0 0,0-1 0,-1 0 0,1 0 0,0 0 0,0 0 0,0-1 0,0 0 0,0 0 0,0-1 0,0 0 0,0 0 0,0 0 0,1 0 0,-1-1 0,-5-4 0,5 3 0,1 0 0,0-1 0,1 0 0,-1 1 0,1-1 0,0-1 0,0 1 0,0 0 0,1-1 0,0 0 0,0 1 0,0-1 0,0 0 0,1 0 0,-1-11 0,-1-20-348,1 0 0,3-46-1,-1 76 29,2-43-6506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2:47.9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118 0 24575,'-11'472'0,"2"-355"0,-45 229 0,46-302 0,6-29 0,-1 0 0,0 0 0,-1-1 0,0 0 0,-10 21 0,14-35 0,0 0 0,0 0 0,0 0 0,0 0 0,-1 0 0,1 0 0,0 0 0,0 0 0,0 0 0,0 0 0,0 0 0,-1 0 0,1 0 0,0 0 0,0 0 0,0 0 0,0 0 0,-1 0 0,1 0 0,0 0 0,0 0 0,0 0 0,0 0 0,0 0 0,-1 0 0,1 0 0,0 0 0,0-1 0,0 1 0,0 0 0,0 0 0,0 0 0,0 0 0,-1 0 0,1 0 0,0-1 0,0 1 0,0 0 0,0 0 0,0 0 0,0 0 0,0-1 0,0 1 0,0 0 0,0 0 0,0 0 0,0 0 0,0-1 0,0 1 0,0 0 0,0 0 0,0 0 0,0 0 0,0-1 0,0 1 0,0 0 0,0 0 0,0 0 0,0 0 0,0 0 0,0-1 0,0 1 0,1 0 0,-3-17 0,5-24 0,1 0 0,2 0 0,16-55 0,46-117 0,-65 206 0,1 0 0,-1 0 0,1 0 0,1 1 0,-1-1 0,1 1 0,0 0 0,0 1 0,0-1 0,1 1 0,0 0 0,0 1 0,0 0 0,11-6 0,-13 8 0,0 0 0,0 0 0,0 0 0,1 0 0,-1 1 0,1 0 0,-1 0 0,1 1 0,-1-1 0,1 1 0,-1 0 0,1 0 0,0 1 0,-1-1 0,1 1 0,-1 0 0,1 1 0,-1-1 0,0 1 0,0 0 0,1 0 0,-1 0 0,0 1 0,5 4 0,-2 0 0,-1 0 0,0 0 0,0 1 0,-1-1 0,0 2 0,0-1 0,0 1 0,-1-1 0,-1 1 0,1 0 0,3 15 0,2 16 0,7 62 0,-2-8 0,-8-74 0,1-1 0,1 0 0,0 0 0,1 0 0,1-1 0,0-1 0,1 0 0,1-1 0,27 29 0,-35-39 11,1-1 0,-1 0 0,1-1 0,0 1 0,1-1 0,-1 0-1,1 0 1,0-1 0,0 0 0,11 4 0,-15-6-66,1 0 0,0-1 0,0 0 0,-1 1 0,1-1 0,0 0 0,0-1 0,0 1 0,-1-1 0,1 1 0,0-1 0,0 0 0,-1 0 0,1 0 0,-1 0 0,1-1 0,-1 1 0,1-1 0,-1 1 0,0-1 0,0 0 0,0 0 0,1 0 0,-2-1 0,1 1 0,3-5 0,15-28-6771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2:48.3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0 24575,'-2'178'0,"6"322"0,-1-444 0,16 93 0,-15-131 0,0 0 0,1 1 0,0-2 0,2 1 0,0-1 0,1 0 0,0-1 0,19 28 0,-22-38 0,0 0 0,0-1 0,1 1 0,0-1 0,0 0 0,0-1 0,0 0 0,1 0 0,0 0 0,-1-1 0,1 0 0,0 0 0,1-1 0,-1 0 0,0-1 0,0 1 0,1-2 0,-1 1 0,1-1 0,-1 0 0,1-1 0,-1 1 0,1-2 0,-1 1 0,0-1 0,0 0 0,0-1 0,0 0 0,0 0 0,0-1 0,-1 0 0,1 0 0,-1-1 0,0 1 0,0-1 0,-1-1 0,1 1 0,-1-1 0,0 0 0,-1-1 0,1 1 0,-1-1 0,0 0 0,-1 0 0,1 0 0,-1-1 0,2-9 0,0-2-341,-1 0 0,-1-1-1,1-25 1,-2-3-6485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2:48.7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0 24575,'-5'0'0,"-11"0"0,2 0 0,17 0 0,19 0 0,20 0 0,18 0 0,13 0 0,3 0 0,0 0 0,-9 0 0,-16 0-8191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2:49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38 24575,'1877'0'0,"-1821"-2"-455,-1-2 0,104-23 0,-138 23-6371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2:50.6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24575,'2157'0'-1365,"-2124"0"-5461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3:08.9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 8 24575,'0'-8'0,"0"21"0,0 25 0,0 22 0,0 24 0,0 6 0,0 3 0,0 3 0,0 0 0,0 0 0,0 0 0,0-1 0,0 0 0,-7-9 0,-3-2 0,1-17-8191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3:09.9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31 368 24575,'-1'0'0,"-1"0"0,1-1 0,0 1 0,-1-1 0,1 1 0,0-1 0,0 0 0,0 1 0,-1-1 0,1 0 0,0 0 0,0 0 0,0 0 0,0 0 0,0 0 0,1 0 0,-1 0 0,0-1 0,0 1 0,1 0 0,-1 0 0,0-1 0,1 1 0,0 0 0,-1-1 0,1 1 0,-1-3 0,0-2 0,0 0 0,0 0 0,0 1 0,1-1 0,0 0 0,0-6 0,1 4 0,1 1 0,0 0 0,0-1 0,1 1 0,0 0 0,0 0 0,0 0 0,1 1 0,-1 0 0,2-1 0,-1 1 0,1 1 0,-1-1 0,11-9 0,10-6 0,-1 1 0,31-18 0,-43 30 0,10-6 0,0 1 0,1 1 0,0 1 0,0 1 0,1 1 0,0 2 0,0 0 0,31-3 0,-38 9 0,0 0 0,0 0 0,0 2 0,0 1 0,0 0 0,0 1 0,0 1 0,-1 0 0,0 2 0,1 0 0,-2 1 0,30 17 0,-32-15 0,0 0 0,0 1 0,-1 0 0,-1 1 0,0 0 0,14 18 0,-19-20 0,0 0 0,0 1 0,-1 0 0,0 0 0,-1 1 0,0-1 0,0 1 0,-1 0 0,-1 0 0,2 12 0,-1-7 0,-2-1 0,0 1 0,0 0 0,-2 0 0,0-1 0,0 1 0,-1 0 0,-8 26 0,7-32 0,-1 1 0,0-1 0,0 0 0,-1 0 0,-1-1 0,0 1 0,0-1 0,0-1 0,-1 1 0,0-1 0,-1-1 0,1 1 0,-11 6 0,3-3 2,0-2 0,-1 0 0,0-1-1,0-1 1,-1 0 0,1-1 0,-1-2 0,-18 4 0,-22 0-24,-65 0 1,-8 2-1318,82-2-5487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3:11.1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0 152 24575,'3'0'0,"-1"0"0,1 0 0,-1 1 0,1-1 0,-1 1 0,0-1 0,1 1 0,-1 0 0,0 0 0,1 0 0,-1 1 0,0-1 0,0 1 0,0-1 0,0 1 0,0-1 0,3 5 0,-2-1 0,0 0 0,0-1 0,0 2 0,0-1 0,-1 0 0,0 0 0,3 12 0,0 6 0,0 1 0,-2 0 0,0 28 0,-2-40 0,7 267 0,-7-267 0,0 0 0,1 0 0,1 0 0,0 0 0,1 0 0,0-1 0,0 1 0,1-1 0,0 0 0,1-1 0,0 1 0,1-1 0,0-1 0,0 1 0,1-1 0,0-1 0,0 1 0,1-2 0,0 1 0,0-1 0,16 8 0,-11-7 0,1-2 0,-1 0 0,1 0 0,0-2 0,1 0 0,-1-1 0,0-1 0,1 0 0,0-1 0,-1-1 0,1 0 0,-1-2 0,1 0 0,-1-1 0,16-5 0,-23 6 0,-1-2 0,1 1 0,-1-1 0,0 0 0,0-1 0,0 0 0,0 0 0,-1 0 0,0-1 0,0 0 0,0-1 0,-1 1 0,0-1 0,0 0 0,0-1 0,-1 1 0,0-1 0,-1 0 0,1 0 0,2-11 0,2-10 0,0-1 0,-3 1 0,0-1 0,2-49 0,-4 31 0,-2-1 0,-9-94 0,5 122 0,0 0 0,-2 0 0,-1 1 0,0 0 0,-1 0 0,-1 0 0,-1 1 0,0 1 0,-17-26 0,18 35 7,0 0 0,0 1 0,0 0 0,-1 1 0,0-1 1,-1 2-1,0-1 0,0 2 0,0-1 0,0 2 0,-1-1 0,1 1 0,-1 1 0,0 0 0,0 1 0,-18-1 0,10 1-172,-1 1 0,0 1 0,0 0 0,0 2 0,1 1 0,-1 1 0,1 0 0,-29 12 0,2 6-6661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3:11.9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24575,'0'8'0,"0"27"0,0 23 0,0 17 0,0 5 0,0 4 0,0-4 0,0 9 0,0 4 0,0 3 0,0 1 0,0-16-8191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3:12.8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0 142 24575,'0'-3'0,"1"-1"0,0 1 0,-1-1 0,1 1 0,0-1 0,1 1 0,-1-1 0,1 1 0,-1 0 0,1 0 0,0 0 0,0 0 0,0 0 0,4-4 0,0 1 0,0 0 0,0 0 0,1 1 0,0-1 0,7-3 0,3 0 0,0 2 0,0 0 0,1 1 0,-1 1 0,1 0 0,21-1 0,-9 3 0,1 1 0,56 4 0,-77-1 0,1 0 0,-1 1 0,1 1 0,-1 0 0,0 1 0,0 0 0,0 0 0,0 1 0,-1 1 0,13 9 0,-18-12 0,0 1 0,0-1 0,-1 1 0,1 0 0,-1 0 0,0 0 0,0 0 0,0 1 0,-1 0 0,1-1 0,-1 1 0,0 0 0,0 0 0,-1 0 0,1 0 0,-1 1 0,0-1 0,0 0 0,-1 0 0,0 1 0,1-1 0,-2 1 0,1-1 0,-2 8 0,1-5 0,-1 1 0,0-1 0,0 0 0,-1 1 0,0-1 0,-1 0 0,0-1 0,0 1 0,0-1 0,-1 0 0,0 0 0,0 0 0,0-1 0,-1 0 0,0 0 0,0 0 0,-1-1 0,1 0 0,-1-1 0,-9 6 0,-11 2 0,0-1 0,0-1 0,-1-1 0,-36 5 0,5-1 0,55-12 0,0 0 0,-1 1 0,1-1 0,0 1 0,0 0 0,0 0 0,0 0 0,0 1 0,-5 4 0,8-6 0,0 0 0,0 0 0,1 0 0,-1 0 0,1 0 0,-1 1 0,0-1 0,1 0 0,0 0 0,-1 1 0,1-1 0,0 0 0,0 1 0,0-1 0,-1 0 0,1 1 0,0-1 0,1 0 0,-1 1 0,0-1 0,0 0 0,0 1 0,1-1 0,-1 0 0,1 1 0,-1-1 0,1 0 0,-1 0 0,1 0 0,0 0 0,-1 0 0,1 1 0,0-1 0,1 1 0,6 8 0,1 0 0,-1-1 0,2 0 0,-1 0 0,20 13 0,6 5 0,165 153 0,-187-166 28,0 0 0,0 1 0,13 21 0,-16-22-323,0 0-1,1 0 1,0-1-1,15 13 1,10 0-6531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3:13.5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24575,'15'0'0,"12"0"0,23 0 0,18 0 0,12 0 0,8 0 0,-5 0 0,-1 0 0,-1 0 0,2 0 0,1 0 0,-22 0 0,-20 0-8191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3:14.0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24575,'0'8'0,"8"3"0,1 15 0,1 27 0,-3 21 0,-1 5 0,-3 6 0,-1 4 0,-2 3 0,15-6 0,4-2 0,-1 0 0,-3-5 0,-5-16-8191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3:15.0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24575,'0'489'0,"0"-459"0,1 0 0,1-1 0,10 48 0,-11-69 0,1 0 0,0 0 0,1 0 0,-1-1 0,1 1 0,1-1 0,-1 1 0,1-1 0,0-1 0,1 1 0,0-1 0,0 1 0,0-2 0,0 1 0,1 0 0,0-1 0,0 0 0,9 5 0,24 8 0,0-1 0,2-2 0,0-2 0,0-3 0,66 9 0,-46-17-1365,-13-7-5461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3:15.8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24575,'2'1'0,"-1"-1"0,0 0 0,0 1 0,1-1 0,-1 1 0,0-1 0,0 1 0,0 0 0,0-1 0,0 1 0,0 0 0,0 0 0,0 0 0,0 0 0,0 0 0,0 0 0,0 0 0,0 0 0,-1 1 0,1-1 0,-1 0 0,1 0 0,0 1 0,-1-1 0,0 0 0,1 1 0,-1 1 0,8 45 0,-7-39 0,7 152 0,-8-114 0,2 0 0,1 0 0,11 46 0,-8-63 0,39 143 0,-39-157 0,0 0 0,1 0 0,0 0 0,1-1 0,1 0 0,0 0 0,21 24 0,-22-32 10,0 0 0,0-1 0,0 0 0,1 0 0,0-1 0,0 0 0,0-1 0,0 0 0,1 0 0,0-1 0,11 2 0,-6-2-222,0-1 0,0-1 0,1 0-1,-1-1 1,0-1 0,26-5 0,-2-5-6614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3:17.2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1064 24575,'0'-114'0,"-17"-436"0,13 519 0,1 7 0,-1-40 0,4 58 0,0 1 0,0 0 0,1 0 0,0 0 0,0 0 0,0 0 0,0 0 0,1 0 0,-1 0 0,1 0 0,1 1 0,-1-1 0,4-6 0,-5 10 0,0 0 0,0 0 0,0 1 0,-1-1 0,1 0 0,0 0 0,0 0 0,0 1 0,0-1 0,0 1 0,0-1 0,0 1 0,1-1 0,-1 1 0,0 0 0,0-1 0,0 1 0,0 0 0,0 0 0,1 0 0,-1 0 0,0 0 0,0 0 0,0 0 0,0 0 0,1 1 0,-1-1 0,0 1 0,0-1 0,0 0 0,0 1 0,0 0 0,0-1 0,0 1 0,0 0 0,0 0 0,0-1 0,0 1 0,-1 0 0,2 1 0,4 5 0,-1-1 0,1 1 0,-2 0 0,8 13 0,-1 3 0,16 43 0,4 10 0,-22-56 0,-2-2 0,1-1 0,20 30 0,-27-44 0,1-1 0,-1 0 0,1 1 0,0-1 0,0 0 0,-1 0 0,1 0 0,1 0 0,-1-1 0,0 1 0,0 0 0,0-1 0,1 0 0,-1 1 0,1-1 0,-1 0 0,1 0 0,-1-1 0,1 1 0,0-1 0,-1 1 0,1-1 0,0 0 0,-1 0 0,1 0 0,4-1 0,1-4 0,0 0 0,1-1 0,-2 0 0,1 0 0,-1-1 0,0 0 0,0 0 0,0-1 0,-1 1 0,6-11 0,-8 12 0,71-99 0,36-47 0,-72 105 0,88-96 0,-126 141 0,0 1 0,0-1 0,1 1 0,-1 0 0,0 0 0,1 0 0,-1 0 0,1 0 0,-1 0 0,1 0 0,0 0 0,-1 1 0,1-1 0,0 0 0,-1 1 0,1 0 0,3-1 0,-4 2 0,0-1 0,-1 0 0,1 1 0,0-1 0,0 1 0,0-1 0,0 1 0,-1 0 0,1-1 0,0 1 0,-1 0 0,1 0 0,0-1 0,-1 1 0,1 0 0,-1 0 0,1 0 0,-1 0 0,0 0 0,1 0 0,-1 0 0,0 0 0,1 1 0,1 10 0,-1-1 0,1 1 0,-2 0 0,0 17 0,0-17 0,-14 843-1365,14-786-5461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3:26.552"/>
    </inkml:context>
    <inkml:brush xml:id="br0">
      <inkml:brushProperty name="width" value="0.1" units="cm"/>
      <inkml:brushProperty name="height" value="0.1" units="cm"/>
      <inkml:brushProperty name="color" value="#DA0C07"/>
      <inkml:brushProperty name="inkEffects" value="lava"/>
      <inkml:brushProperty name="anchorX" value="-52354.26953"/>
      <inkml:brushProperty name="anchorY" value="-40253.1875"/>
      <inkml:brushProperty name="scaleFactor" value="0.5"/>
    </inkml:brush>
  </inkml:definitions>
  <inkml:trace contextRef="#ctx0" brushRef="#br0">1 614 24575,'0'0'0,"0"8"0,0 21 0,17 0 0,1 8 0,-1 13 0,6-6 0,-3 1 0,-5 10 0,13-9 0,-3 0 0,-4 8 0,12-10 0,-4 1 0,-6 7 0,3-8 0,-6 10 0,-5-1 0,13 9 0,-5 0 0,6-11 0,-5 6 0,-5-3 0,11-10 0,-31-48 0,2 5 0,0 0 0,0 0 0,0-1 0,0 1 0,0 0 0,0-1 0,0 1 0,0-1 0,0 1 0,0-1 0,1 1 0,-1-1 0,0 0 0,0 1 0,0-1 0,0 0 0,1 0 0,-1 0 0,0 0 0,0 0 0,0-1 0,2 1 0,-2 1 0,0-2 0,1 1 0,-1-1 0,0 0 0,1 0 0,-1 1 0,1-1 0,-1 0 0,0 0 0,0-1 0,0 1 0,0 0 0,0 0 0,0-1 0,0 1 0,2-3 0,-1-1 0,1-1 0,-1 0 0,1 0 0,-1 0 0,1-10 0,8-41 0,3 4 0,-2-8 0,-3 1 0,-4 53 0,-3-1 0,1 1 0,1-1 0,6-11 0,12-36 0,-2 3 0,12 9 0,5 12 0,-28 26 0,-1 1 0,0 1 0,0 0 0,9-3 0,-15 8 0,2-3 0,0 1 0,1 0 0,-1 0 0,0 1 0,0-1 0,0 1 0,0 0 0,6 2 0,35 11 0,-41-11 0,2 1 0,-1 0 0,1 0 0,8 8 0,29 15 0,-9 15 0,-7 4 0,-1-6 0,-6 11 0,12 0 0,-5 11 0,-5-19 0,-5-21 0,-17-24 0,1 2 0,-1 1 0,0-1 0,1 0 0,-1 0 0,0 0 0,1 0 0,-1 0 0,0 0 0,1 0 0,-1 0 0,0 0 0,1 0 0,-1 0 0,0 0 0,1 0 0,-1-1 0,0 1 0,0 0 0,1 0 0,-1 0 0,0 0 0,1-1 0,-1 1 0,0 0 0,0 0 0,1-1 0,-1 1 0,0 0 0,0 0 0,0-1 0,1 1 0,-1 0 0,0-1 0,0 1 0,0 0 0,0-1 0,0 1 0,1 0 0,-1-1 0,0 1 0,0 0 0,0-1 0,0 0 0,6-27 0,-4-24 0,-10-18 0,-1-12 0,-1-18 0,1-6 0,-6-1 0,2 11 0,2 2 0,3 13 0,2-9 0,-14 10 0,1-3 0,1 8 0,4-2 0,4-3 0,-5 16 0,3 6 0,2-3 0,3 3 0,4 62 0,2-5 0,1 0 0,0 0 0,-1-1 0,1 1 0,-1 0 0,0 0 0,1-1 0,-1 1 0,0 0 0,0 0 0,0 0 0,0 0 0,0 0 0,1 0 0,-2 1 0,1-1 0,0 0 0,0 0 0,0 1 0,-2-2 0,3 6 0,-2-3 0,1 1 0,-1-1 0,1 0 0,-1 0 0,1 1 0,0-1 0,0 0 0,-1 1 0,1-1 0,0 1 0,0 0 0,0 0 0,1-1 0,-1 1 0,0 0 0,-1 3 0,-16 41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3:46.931"/>
    </inkml:context>
    <inkml:brush xml:id="br0">
      <inkml:brushProperty name="width" value="0.1" units="cm"/>
      <inkml:brushProperty name="height" value="0.1" units="cm"/>
      <inkml:brushProperty name="color" value="#DA0C07"/>
      <inkml:brushProperty name="inkEffects" value="lava"/>
      <inkml:brushProperty name="anchorX" value="-84787.64063"/>
      <inkml:brushProperty name="anchorY" value="-61491.12109"/>
      <inkml:brushProperty name="scaleFactor" value="0.5"/>
    </inkml:brush>
  </inkml:definitions>
  <inkml:trace contextRef="#ctx0" brushRef="#br0">0 0 24575,'0'0'0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33:47.160"/>
    </inkml:context>
    <inkml:brush xml:id="br0">
      <inkml:brushProperty name="width" value="0.1" units="cm"/>
      <inkml:brushProperty name="height" value="0.1" units="cm"/>
      <inkml:brushProperty name="color" value="#DA0C07"/>
      <inkml:brushProperty name="inkEffects" value="lava"/>
      <inkml:brushProperty name="anchorX" value="-85803.64063"/>
      <inkml:brushProperty name="anchorY" value="-62507.12109"/>
      <inkml:brushProperty name="scaleFactor" value="0.5"/>
    </inkml:brush>
  </inkml:definitions>
  <inkml:trace contextRef="#ctx0" brushRef="#br0">0 0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rgbClr val="FF5C1F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-210" dirty="0"/>
              <a:t>2</a:t>
            </a:r>
            <a:r>
              <a:rPr spc="-170" dirty="0"/>
              <a:t> </a:t>
            </a:r>
            <a:r>
              <a:rPr spc="-180" dirty="0"/>
              <a:t>.</a:t>
            </a:r>
            <a:r>
              <a:rPr spc="-165" dirty="0"/>
              <a:t> </a:t>
            </a:r>
            <a:r>
              <a:rPr spc="-50" dirty="0"/>
              <a:t>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5" dirty="0"/>
              <a:t> </a:t>
            </a:r>
            <a:r>
              <a:rPr spc="-30" dirty="0"/>
              <a:t>U</a:t>
            </a:r>
            <a:r>
              <a:rPr spc="-165" dirty="0"/>
              <a:t> </a:t>
            </a:r>
            <a:r>
              <a:rPr spc="-420" dirty="0"/>
              <a:t>I</a:t>
            </a:r>
            <a:r>
              <a:rPr spc="-165" dirty="0"/>
              <a:t> </a:t>
            </a:r>
            <a:r>
              <a:rPr spc="-65" dirty="0"/>
              <a:t>L</a:t>
            </a:r>
            <a:r>
              <a:rPr spc="-160" dirty="0"/>
              <a:t> </a:t>
            </a:r>
            <a:r>
              <a:rPr spc="-50" dirty="0"/>
              <a:t>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rgbClr val="FF5C1F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-210" dirty="0"/>
              <a:t>2</a:t>
            </a:r>
            <a:r>
              <a:rPr spc="-170" dirty="0"/>
              <a:t> </a:t>
            </a:r>
            <a:r>
              <a:rPr spc="-180" dirty="0"/>
              <a:t>.</a:t>
            </a:r>
            <a:r>
              <a:rPr spc="-165" dirty="0"/>
              <a:t> </a:t>
            </a:r>
            <a:r>
              <a:rPr spc="-50" dirty="0"/>
              <a:t>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5" dirty="0"/>
              <a:t> </a:t>
            </a:r>
            <a:r>
              <a:rPr spc="-30" dirty="0"/>
              <a:t>U</a:t>
            </a:r>
            <a:r>
              <a:rPr spc="-165" dirty="0"/>
              <a:t> </a:t>
            </a:r>
            <a:r>
              <a:rPr spc="-420" dirty="0"/>
              <a:t>I</a:t>
            </a:r>
            <a:r>
              <a:rPr spc="-165" dirty="0"/>
              <a:t> </a:t>
            </a:r>
            <a:r>
              <a:rPr spc="-65" dirty="0"/>
              <a:t>L</a:t>
            </a:r>
            <a:r>
              <a:rPr spc="-160" dirty="0"/>
              <a:t> </a:t>
            </a:r>
            <a:r>
              <a:rPr spc="-50" dirty="0"/>
              <a:t>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rgbClr val="FF5C1F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-210" dirty="0"/>
              <a:t>2</a:t>
            </a:r>
            <a:r>
              <a:rPr spc="-170" dirty="0"/>
              <a:t> </a:t>
            </a:r>
            <a:r>
              <a:rPr spc="-180" dirty="0"/>
              <a:t>.</a:t>
            </a:r>
            <a:r>
              <a:rPr spc="-165" dirty="0"/>
              <a:t> </a:t>
            </a:r>
            <a:r>
              <a:rPr spc="-50" dirty="0"/>
              <a:t>0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5" dirty="0"/>
              <a:t> </a:t>
            </a:r>
            <a:r>
              <a:rPr spc="-30" dirty="0"/>
              <a:t>U</a:t>
            </a:r>
            <a:r>
              <a:rPr spc="-165" dirty="0"/>
              <a:t> </a:t>
            </a:r>
            <a:r>
              <a:rPr spc="-420" dirty="0"/>
              <a:t>I</a:t>
            </a:r>
            <a:r>
              <a:rPr spc="-165" dirty="0"/>
              <a:t> </a:t>
            </a:r>
            <a:r>
              <a:rPr spc="-65" dirty="0"/>
              <a:t>L</a:t>
            </a:r>
            <a:r>
              <a:rPr spc="-160" dirty="0"/>
              <a:t> </a:t>
            </a:r>
            <a:r>
              <a:rPr spc="-50" dirty="0"/>
              <a:t>D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rgbClr val="FF5C1F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-210" dirty="0"/>
              <a:t>2</a:t>
            </a:r>
            <a:r>
              <a:rPr spc="-170" dirty="0"/>
              <a:t> </a:t>
            </a:r>
            <a:r>
              <a:rPr spc="-180" dirty="0"/>
              <a:t>.</a:t>
            </a:r>
            <a:r>
              <a:rPr spc="-165" dirty="0"/>
              <a:t> </a:t>
            </a:r>
            <a:r>
              <a:rPr spc="-50" dirty="0"/>
              <a:t>0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5" dirty="0"/>
              <a:t> </a:t>
            </a:r>
            <a:r>
              <a:rPr spc="-30" dirty="0"/>
              <a:t>U</a:t>
            </a:r>
            <a:r>
              <a:rPr spc="-165" dirty="0"/>
              <a:t> </a:t>
            </a:r>
            <a:r>
              <a:rPr spc="-420" dirty="0"/>
              <a:t>I</a:t>
            </a:r>
            <a:r>
              <a:rPr spc="-165" dirty="0"/>
              <a:t> </a:t>
            </a:r>
            <a:r>
              <a:rPr spc="-65" dirty="0"/>
              <a:t>L</a:t>
            </a:r>
            <a:r>
              <a:rPr spc="-160" dirty="0"/>
              <a:t> </a:t>
            </a:r>
            <a:r>
              <a:rPr spc="-50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rgbClr val="FF5C1F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-210" dirty="0"/>
              <a:t>2</a:t>
            </a:r>
            <a:r>
              <a:rPr spc="-170" dirty="0"/>
              <a:t> </a:t>
            </a:r>
            <a:r>
              <a:rPr spc="-180" dirty="0"/>
              <a:t>.</a:t>
            </a:r>
            <a:r>
              <a:rPr spc="-165" dirty="0"/>
              <a:t> </a:t>
            </a:r>
            <a:r>
              <a:rPr spc="-50" dirty="0"/>
              <a:t>0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5" dirty="0"/>
              <a:t> </a:t>
            </a:r>
            <a:r>
              <a:rPr spc="-30" dirty="0"/>
              <a:t>U</a:t>
            </a:r>
            <a:r>
              <a:rPr spc="-165" dirty="0"/>
              <a:t> </a:t>
            </a:r>
            <a:r>
              <a:rPr spc="-420" dirty="0"/>
              <a:t>I</a:t>
            </a:r>
            <a:r>
              <a:rPr spc="-165" dirty="0"/>
              <a:t> </a:t>
            </a:r>
            <a:r>
              <a:rPr spc="-65" dirty="0"/>
              <a:t>L</a:t>
            </a:r>
            <a:r>
              <a:rPr spc="-160" dirty="0"/>
              <a:t> </a:t>
            </a:r>
            <a:r>
              <a:rPr spc="-50" dirty="0"/>
              <a:t>D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89948" y="0"/>
            <a:ext cx="10286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7093" y="1713547"/>
            <a:ext cx="190499" cy="9905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4033" y="9647890"/>
            <a:ext cx="17221199" cy="5238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2118" y="1650850"/>
            <a:ext cx="13998575" cy="993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87260" y="2483981"/>
            <a:ext cx="7679055" cy="6911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234266" y="9726269"/>
            <a:ext cx="508634" cy="316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rgbClr val="FF5C1F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-210" dirty="0"/>
              <a:t>2</a:t>
            </a:r>
            <a:r>
              <a:rPr spc="-170" dirty="0"/>
              <a:t> </a:t>
            </a:r>
            <a:r>
              <a:rPr spc="-180" dirty="0"/>
              <a:t>.</a:t>
            </a:r>
            <a:r>
              <a:rPr spc="-165" dirty="0"/>
              <a:t> </a:t>
            </a:r>
            <a:r>
              <a:rPr spc="-50" dirty="0"/>
              <a:t>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294422" y="9726031"/>
            <a:ext cx="1047115" cy="316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5" dirty="0"/>
              <a:t> </a:t>
            </a:r>
            <a:r>
              <a:rPr spc="-30" dirty="0"/>
              <a:t>U</a:t>
            </a:r>
            <a:r>
              <a:rPr spc="-165" dirty="0"/>
              <a:t> </a:t>
            </a:r>
            <a:r>
              <a:rPr spc="-420" dirty="0"/>
              <a:t>I</a:t>
            </a:r>
            <a:r>
              <a:rPr spc="-165" dirty="0"/>
              <a:t> </a:t>
            </a:r>
            <a:r>
              <a:rPr spc="-65" dirty="0"/>
              <a:t>L</a:t>
            </a:r>
            <a:r>
              <a:rPr spc="-160" dirty="0"/>
              <a:t> </a:t>
            </a:r>
            <a:r>
              <a:rPr spc="-50" dirty="0"/>
              <a:t>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Keshav-pro1/PORT-LLM-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port-llm.vercel.app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2.jp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customXml" Target="../ink/ink7.xml"/><Relationship Id="rId42" Type="http://schemas.openxmlformats.org/officeDocument/2006/relationships/image" Target="../media/image33.png"/><Relationship Id="rId47" Type="http://schemas.openxmlformats.org/officeDocument/2006/relationships/customXml" Target="../ink/ink20.xml"/><Relationship Id="rId63" Type="http://schemas.openxmlformats.org/officeDocument/2006/relationships/customXml" Target="../ink/ink28.xml"/><Relationship Id="rId68" Type="http://schemas.openxmlformats.org/officeDocument/2006/relationships/image" Target="../media/image46.png"/><Relationship Id="rId84" Type="http://schemas.openxmlformats.org/officeDocument/2006/relationships/image" Target="../media/image54.png"/><Relationship Id="rId89" Type="http://schemas.openxmlformats.org/officeDocument/2006/relationships/customXml" Target="../ink/ink41.xml"/><Relationship Id="rId16" Type="http://schemas.openxmlformats.org/officeDocument/2006/relationships/image" Target="../media/image20.png"/><Relationship Id="rId11" Type="http://schemas.openxmlformats.org/officeDocument/2006/relationships/customXml" Target="../ink/ink2.xml"/><Relationship Id="rId32" Type="http://schemas.openxmlformats.org/officeDocument/2006/relationships/image" Target="../media/image28.png"/><Relationship Id="rId37" Type="http://schemas.openxmlformats.org/officeDocument/2006/relationships/customXml" Target="../ink/ink15.xml"/><Relationship Id="rId53" Type="http://schemas.openxmlformats.org/officeDocument/2006/relationships/customXml" Target="../ink/ink23.xml"/><Relationship Id="rId58" Type="http://schemas.openxmlformats.org/officeDocument/2006/relationships/image" Target="../media/image41.png"/><Relationship Id="rId74" Type="http://schemas.openxmlformats.org/officeDocument/2006/relationships/image" Target="../media/image49.png"/><Relationship Id="rId79" Type="http://schemas.openxmlformats.org/officeDocument/2006/relationships/customXml" Target="../ink/ink36.xml"/><Relationship Id="rId5" Type="http://schemas.openxmlformats.org/officeDocument/2006/relationships/image" Target="../media/image14.jpg"/><Relationship Id="rId90" Type="http://schemas.openxmlformats.org/officeDocument/2006/relationships/image" Target="../media/image57.png"/><Relationship Id="rId95" Type="http://schemas.openxmlformats.org/officeDocument/2006/relationships/customXml" Target="../ink/ink44.xml"/><Relationship Id="rId22" Type="http://schemas.openxmlformats.org/officeDocument/2006/relationships/image" Target="../media/image23.png"/><Relationship Id="rId27" Type="http://schemas.openxmlformats.org/officeDocument/2006/relationships/customXml" Target="../ink/ink10.xml"/><Relationship Id="rId43" Type="http://schemas.openxmlformats.org/officeDocument/2006/relationships/customXml" Target="../ink/ink18.xml"/><Relationship Id="rId48" Type="http://schemas.openxmlformats.org/officeDocument/2006/relationships/image" Target="../media/image36.png"/><Relationship Id="rId64" Type="http://schemas.openxmlformats.org/officeDocument/2006/relationships/image" Target="../media/image44.png"/><Relationship Id="rId69" Type="http://schemas.openxmlformats.org/officeDocument/2006/relationships/customXml" Target="../ink/ink31.xml"/><Relationship Id="rId80" Type="http://schemas.openxmlformats.org/officeDocument/2006/relationships/image" Target="../media/image52.png"/><Relationship Id="rId85" Type="http://schemas.openxmlformats.org/officeDocument/2006/relationships/customXml" Target="../ink/ink39.xml"/><Relationship Id="rId3" Type="http://schemas.openxmlformats.org/officeDocument/2006/relationships/image" Target="../media/image2.png"/><Relationship Id="rId12" Type="http://schemas.openxmlformats.org/officeDocument/2006/relationships/image" Target="../media/image18.png"/><Relationship Id="rId17" Type="http://schemas.openxmlformats.org/officeDocument/2006/relationships/customXml" Target="../ink/ink5.xml"/><Relationship Id="rId25" Type="http://schemas.openxmlformats.org/officeDocument/2006/relationships/customXml" Target="../ink/ink9.xml"/><Relationship Id="rId33" Type="http://schemas.openxmlformats.org/officeDocument/2006/relationships/customXml" Target="../ink/ink13.xml"/><Relationship Id="rId38" Type="http://schemas.openxmlformats.org/officeDocument/2006/relationships/image" Target="../media/image31.png"/><Relationship Id="rId46" Type="http://schemas.openxmlformats.org/officeDocument/2006/relationships/image" Target="../media/image35.png"/><Relationship Id="rId59" Type="http://schemas.openxmlformats.org/officeDocument/2006/relationships/customXml" Target="../ink/ink26.xml"/><Relationship Id="rId67" Type="http://schemas.openxmlformats.org/officeDocument/2006/relationships/customXml" Target="../ink/ink30.xml"/><Relationship Id="rId20" Type="http://schemas.openxmlformats.org/officeDocument/2006/relationships/image" Target="../media/image22.png"/><Relationship Id="rId41" Type="http://schemas.openxmlformats.org/officeDocument/2006/relationships/customXml" Target="../ink/ink17.xml"/><Relationship Id="rId54" Type="http://schemas.openxmlformats.org/officeDocument/2006/relationships/image" Target="../media/image39.png"/><Relationship Id="rId62" Type="http://schemas.openxmlformats.org/officeDocument/2006/relationships/image" Target="../media/image43.png"/><Relationship Id="rId70" Type="http://schemas.openxmlformats.org/officeDocument/2006/relationships/image" Target="../media/image47.png"/><Relationship Id="rId75" Type="http://schemas.openxmlformats.org/officeDocument/2006/relationships/customXml" Target="../ink/ink34.xml"/><Relationship Id="rId83" Type="http://schemas.openxmlformats.org/officeDocument/2006/relationships/customXml" Target="../ink/ink38.xml"/><Relationship Id="rId88" Type="http://schemas.openxmlformats.org/officeDocument/2006/relationships/image" Target="../media/image56.png"/><Relationship Id="rId91" Type="http://schemas.openxmlformats.org/officeDocument/2006/relationships/customXml" Target="../ink/ink42.xml"/><Relationship Id="rId96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15" Type="http://schemas.openxmlformats.org/officeDocument/2006/relationships/customXml" Target="../ink/ink4.xml"/><Relationship Id="rId23" Type="http://schemas.openxmlformats.org/officeDocument/2006/relationships/customXml" Target="../ink/ink8.xml"/><Relationship Id="rId28" Type="http://schemas.openxmlformats.org/officeDocument/2006/relationships/image" Target="../media/image26.png"/><Relationship Id="rId36" Type="http://schemas.openxmlformats.org/officeDocument/2006/relationships/image" Target="../media/image30.png"/><Relationship Id="rId49" Type="http://schemas.openxmlformats.org/officeDocument/2006/relationships/customXml" Target="../ink/ink21.xml"/><Relationship Id="rId57" Type="http://schemas.openxmlformats.org/officeDocument/2006/relationships/customXml" Target="../ink/ink25.xml"/><Relationship Id="rId10" Type="http://schemas.openxmlformats.org/officeDocument/2006/relationships/image" Target="../media/image17.png"/><Relationship Id="rId31" Type="http://schemas.openxmlformats.org/officeDocument/2006/relationships/customXml" Target="../ink/ink12.xml"/><Relationship Id="rId44" Type="http://schemas.openxmlformats.org/officeDocument/2006/relationships/image" Target="../media/image34.png"/><Relationship Id="rId52" Type="http://schemas.openxmlformats.org/officeDocument/2006/relationships/image" Target="../media/image38.png"/><Relationship Id="rId60" Type="http://schemas.openxmlformats.org/officeDocument/2006/relationships/image" Target="../media/image42.png"/><Relationship Id="rId65" Type="http://schemas.openxmlformats.org/officeDocument/2006/relationships/customXml" Target="../ink/ink29.xml"/><Relationship Id="rId73" Type="http://schemas.openxmlformats.org/officeDocument/2006/relationships/customXml" Target="../ink/ink33.xml"/><Relationship Id="rId78" Type="http://schemas.openxmlformats.org/officeDocument/2006/relationships/image" Target="../media/image51.png"/><Relationship Id="rId81" Type="http://schemas.openxmlformats.org/officeDocument/2006/relationships/customXml" Target="../ink/ink37.xml"/><Relationship Id="rId86" Type="http://schemas.openxmlformats.org/officeDocument/2006/relationships/image" Target="../media/image55.png"/><Relationship Id="rId94" Type="http://schemas.openxmlformats.org/officeDocument/2006/relationships/image" Target="../media/image59.png"/><Relationship Id="rId99" Type="http://schemas.openxmlformats.org/officeDocument/2006/relationships/customXml" Target="../ink/ink46.xml"/><Relationship Id="rId4" Type="http://schemas.openxmlformats.org/officeDocument/2006/relationships/image" Target="../media/image13.png"/><Relationship Id="rId9" Type="http://schemas.openxmlformats.org/officeDocument/2006/relationships/customXml" Target="../ink/ink1.xml"/><Relationship Id="rId13" Type="http://schemas.openxmlformats.org/officeDocument/2006/relationships/customXml" Target="../ink/ink3.xml"/><Relationship Id="rId18" Type="http://schemas.openxmlformats.org/officeDocument/2006/relationships/image" Target="../media/image21.png"/><Relationship Id="rId39" Type="http://schemas.openxmlformats.org/officeDocument/2006/relationships/customXml" Target="../ink/ink16.xml"/><Relationship Id="rId34" Type="http://schemas.openxmlformats.org/officeDocument/2006/relationships/image" Target="../media/image29.png"/><Relationship Id="rId50" Type="http://schemas.openxmlformats.org/officeDocument/2006/relationships/image" Target="../media/image37.png"/><Relationship Id="rId55" Type="http://schemas.openxmlformats.org/officeDocument/2006/relationships/customXml" Target="../ink/ink24.xml"/><Relationship Id="rId76" Type="http://schemas.openxmlformats.org/officeDocument/2006/relationships/image" Target="../media/image50.png"/><Relationship Id="rId97" Type="http://schemas.openxmlformats.org/officeDocument/2006/relationships/customXml" Target="../ink/ink45.xml"/><Relationship Id="rId7" Type="http://schemas.openxmlformats.org/officeDocument/2006/relationships/image" Target="../media/image3.png"/><Relationship Id="rId71" Type="http://schemas.openxmlformats.org/officeDocument/2006/relationships/customXml" Target="../ink/ink32.xml"/><Relationship Id="rId92" Type="http://schemas.openxmlformats.org/officeDocument/2006/relationships/image" Target="../media/image58.png"/><Relationship Id="rId2" Type="http://schemas.openxmlformats.org/officeDocument/2006/relationships/image" Target="../media/image4.png"/><Relationship Id="rId29" Type="http://schemas.openxmlformats.org/officeDocument/2006/relationships/customXml" Target="../ink/ink11.xml"/><Relationship Id="rId24" Type="http://schemas.openxmlformats.org/officeDocument/2006/relationships/image" Target="../media/image24.png"/><Relationship Id="rId40" Type="http://schemas.openxmlformats.org/officeDocument/2006/relationships/image" Target="../media/image32.png"/><Relationship Id="rId45" Type="http://schemas.openxmlformats.org/officeDocument/2006/relationships/customXml" Target="../ink/ink19.xml"/><Relationship Id="rId66" Type="http://schemas.openxmlformats.org/officeDocument/2006/relationships/image" Target="../media/image45.png"/><Relationship Id="rId87" Type="http://schemas.openxmlformats.org/officeDocument/2006/relationships/customXml" Target="../ink/ink40.xml"/><Relationship Id="rId61" Type="http://schemas.openxmlformats.org/officeDocument/2006/relationships/customXml" Target="../ink/ink27.xml"/><Relationship Id="rId82" Type="http://schemas.openxmlformats.org/officeDocument/2006/relationships/image" Target="../media/image53.png"/><Relationship Id="rId19" Type="http://schemas.openxmlformats.org/officeDocument/2006/relationships/customXml" Target="../ink/ink6.xml"/><Relationship Id="rId14" Type="http://schemas.openxmlformats.org/officeDocument/2006/relationships/image" Target="../media/image19.png"/><Relationship Id="rId30" Type="http://schemas.openxmlformats.org/officeDocument/2006/relationships/image" Target="../media/image27.png"/><Relationship Id="rId35" Type="http://schemas.openxmlformats.org/officeDocument/2006/relationships/customXml" Target="../ink/ink14.xml"/><Relationship Id="rId56" Type="http://schemas.openxmlformats.org/officeDocument/2006/relationships/image" Target="../media/image40.png"/><Relationship Id="rId77" Type="http://schemas.openxmlformats.org/officeDocument/2006/relationships/customXml" Target="../ink/ink35.xml"/><Relationship Id="rId100" Type="http://schemas.openxmlformats.org/officeDocument/2006/relationships/image" Target="../media/image62.png"/><Relationship Id="rId8" Type="http://schemas.openxmlformats.org/officeDocument/2006/relationships/image" Target="../media/image16.png"/><Relationship Id="rId51" Type="http://schemas.openxmlformats.org/officeDocument/2006/relationships/customXml" Target="../ink/ink22.xml"/><Relationship Id="rId72" Type="http://schemas.openxmlformats.org/officeDocument/2006/relationships/image" Target="../media/image48.png"/><Relationship Id="rId93" Type="http://schemas.openxmlformats.org/officeDocument/2006/relationships/customXml" Target="../ink/ink43.xml"/><Relationship Id="rId98" Type="http://schemas.openxmlformats.org/officeDocument/2006/relationships/image" Target="../media/image6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63.png"/><Relationship Id="rId4" Type="http://schemas.openxmlformats.org/officeDocument/2006/relationships/image" Target="../media/image6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8.jpg"/><Relationship Id="rId5" Type="http://schemas.openxmlformats.org/officeDocument/2006/relationships/image" Target="../media/image6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1566DB-AA21-825E-3F01-469D2D8DC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E6056E7-2267-E9A0-0359-9402CA09D0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66517">
            <a:off x="12268201" y="1528843"/>
            <a:ext cx="5659053" cy="6584117"/>
          </a:xfrm>
          <a:prstGeom prst="rect">
            <a:avLst/>
          </a:prstGeom>
        </p:spPr>
      </p:pic>
      <p:pic>
        <p:nvPicPr>
          <p:cNvPr id="2" name="object 2">
            <a:extLst>
              <a:ext uri="{FF2B5EF4-FFF2-40B4-BE49-F238E27FC236}">
                <a16:creationId xmlns:a16="http://schemas.microsoft.com/office/drawing/2014/main" id="{251ED675-66B8-8AAD-232F-1A9C059460C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6300" y="668549"/>
            <a:ext cx="190499" cy="990599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3869BDCD-14CE-8141-D7A7-33B3F64860A8}"/>
              </a:ext>
            </a:extLst>
          </p:cNvPr>
          <p:cNvGrpSpPr/>
          <p:nvPr/>
        </p:nvGrpSpPr>
        <p:grpSpPr>
          <a:xfrm>
            <a:off x="516300" y="876300"/>
            <a:ext cx="17487154" cy="9410700"/>
            <a:chOff x="494033" y="1999659"/>
            <a:chExt cx="17487154" cy="8172106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5BE4D923-7F77-0FD1-0376-748231DC274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4033" y="9647891"/>
              <a:ext cx="17221199" cy="523874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02649697-DAC8-CA7A-B04D-E75AABB0431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69733" y="1999659"/>
              <a:ext cx="5811454" cy="679813"/>
            </a:xfrm>
            <a:prstGeom prst="rect">
              <a:avLst/>
            </a:prstGeom>
          </p:spPr>
        </p:pic>
      </p:grpSp>
      <p:sp>
        <p:nvSpPr>
          <p:cNvPr id="10" name="object 10" descr="$PPTXTitle">
            <a:extLst>
              <a:ext uri="{FF2B5EF4-FFF2-40B4-BE49-F238E27FC236}">
                <a16:creationId xmlns:a16="http://schemas.microsoft.com/office/drawing/2014/main" id="{E78EB8FD-D416-CB65-774B-F244014463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9730" y="423026"/>
            <a:ext cx="1399857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9600" spc="-275" dirty="0"/>
              <a:t>Colossal-a-Pitch</a:t>
            </a:r>
            <a:endParaRPr sz="9600" spc="-27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2EC515-E181-EFFD-2E79-36F43FF9E4E2}"/>
              </a:ext>
            </a:extLst>
          </p:cNvPr>
          <p:cNvSpPr txBox="1"/>
          <p:nvPr/>
        </p:nvSpPr>
        <p:spPr>
          <a:xfrm>
            <a:off x="617411" y="2216791"/>
            <a:ext cx="16409378" cy="771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800" b="1" dirty="0"/>
              <a:t>Team Leader </a:t>
            </a:r>
            <a:r>
              <a:rPr lang="en-IN" sz="4800" dirty="0"/>
              <a:t>-  Keshav Gupta </a:t>
            </a:r>
          </a:p>
          <a:p>
            <a:pPr>
              <a:lnSpc>
                <a:spcPct val="150000"/>
              </a:lnSpc>
            </a:pPr>
            <a:r>
              <a:rPr lang="en-IN" sz="4800" b="1" dirty="0"/>
              <a:t>Team members </a:t>
            </a:r>
            <a:r>
              <a:rPr lang="en-IN" sz="4800" dirty="0"/>
              <a:t>– Abhishek Choudhary</a:t>
            </a:r>
            <a:br>
              <a:rPr lang="en-IN" sz="4800" dirty="0"/>
            </a:br>
            <a:r>
              <a:rPr lang="en-IN" sz="4800" dirty="0"/>
              <a:t>                              Khushal Varshney</a:t>
            </a:r>
          </a:p>
          <a:p>
            <a:pPr>
              <a:lnSpc>
                <a:spcPct val="150000"/>
              </a:lnSpc>
            </a:pPr>
            <a:r>
              <a:rPr lang="en-IN" sz="4800" b="1" dirty="0"/>
              <a:t>Project Title </a:t>
            </a:r>
            <a:r>
              <a:rPr lang="en-IN" sz="4800" dirty="0"/>
              <a:t>– PORT LLM </a:t>
            </a:r>
          </a:p>
          <a:p>
            <a:pPr>
              <a:lnSpc>
                <a:spcPct val="150000"/>
              </a:lnSpc>
            </a:pPr>
            <a:r>
              <a:rPr lang="en-IN" sz="4800" b="1" dirty="0"/>
              <a:t>Project link </a:t>
            </a:r>
            <a:r>
              <a:rPr lang="en-IN" sz="4800" dirty="0"/>
              <a:t>- </a:t>
            </a:r>
            <a:r>
              <a:rPr lang="en-IN" sz="4800" dirty="0">
                <a:hlinkClick r:id="rId7"/>
              </a:rPr>
              <a:t>https://port-llm.vercel.app/</a:t>
            </a:r>
            <a:br>
              <a:rPr lang="en-IN" sz="4800" dirty="0"/>
            </a:br>
            <a:r>
              <a:rPr lang="en-IN" sz="4800" b="1" dirty="0" err="1"/>
              <a:t>Github</a:t>
            </a:r>
            <a:r>
              <a:rPr lang="en-IN" sz="4800" dirty="0"/>
              <a:t>- </a:t>
            </a:r>
            <a:r>
              <a:rPr lang="en-IN" sz="4800" dirty="0">
                <a:hlinkClick r:id="rId8"/>
              </a:rPr>
              <a:t>https://github.com/Keshav-pro1/PORT-LLM-</a:t>
            </a:r>
            <a:endParaRPr lang="en-IN" sz="4800" dirty="0"/>
          </a:p>
          <a:p>
            <a:pPr>
              <a:lnSpc>
                <a:spcPct val="100000"/>
              </a:lnSpc>
            </a:pPr>
            <a:r>
              <a:rPr lang="en-IN" sz="4800" b="1" dirty="0"/>
              <a:t>Team Name – Baniya Monopoly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282636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6300" y="668549"/>
            <a:ext cx="190499" cy="9905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16300" y="876300"/>
            <a:ext cx="17487154" cy="9410700"/>
            <a:chOff x="494033" y="1999659"/>
            <a:chExt cx="17487154" cy="8172106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4033" y="9647891"/>
              <a:ext cx="17221199" cy="5238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70764" y="1999659"/>
              <a:ext cx="7210423" cy="390524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914400" y="668549"/>
            <a:ext cx="13998575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PROBLEM</a:t>
            </a:r>
            <a:r>
              <a:rPr spc="-400" dirty="0"/>
              <a:t> </a:t>
            </a:r>
            <a:r>
              <a:rPr spc="-275" dirty="0"/>
              <a:t>STATEMENT</a:t>
            </a: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20372" y="1911536"/>
            <a:ext cx="6955739" cy="682270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16300" y="1879298"/>
            <a:ext cx="10276732" cy="8106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just">
              <a:spcBef>
                <a:spcPts val="110"/>
              </a:spcBef>
            </a:pPr>
            <a:r>
              <a:rPr sz="2600" b="1" dirty="0">
                <a:latin typeface="Times New Roman"/>
                <a:cs typeface="Times New Roman"/>
              </a:rPr>
              <a:t>Digital Divide &amp; Connectivity Gaps in </a:t>
            </a:r>
            <a:r>
              <a:rPr sz="2600" b="1" spc="-10" dirty="0">
                <a:latin typeface="Times New Roman"/>
                <a:cs typeface="Times New Roman"/>
              </a:rPr>
              <a:t>Bharat</a:t>
            </a:r>
            <a:endParaRPr sz="2600" dirty="0">
              <a:latin typeface="Times New Roman"/>
              <a:cs typeface="Times New Roman"/>
            </a:endParaRPr>
          </a:p>
          <a:p>
            <a:pPr marL="12700" marR="5080" indent="167640" algn="just">
              <a:spcBef>
                <a:spcPts val="95"/>
              </a:spcBef>
              <a:buChar char="•"/>
              <a:tabLst>
                <a:tab pos="180340" algn="l"/>
              </a:tabLst>
            </a:pPr>
            <a:r>
              <a:rPr sz="2600" dirty="0">
                <a:latin typeface="Times New Roman"/>
                <a:cs typeface="Times New Roman"/>
              </a:rPr>
              <a:t>Rural schools, colleges, defense outposts, and remote healthcare centers often </a:t>
            </a:r>
            <a:r>
              <a:rPr sz="2600" spc="-20" dirty="0">
                <a:latin typeface="Times New Roman"/>
                <a:cs typeface="Times New Roman"/>
              </a:rPr>
              <a:t>have </a:t>
            </a:r>
            <a:r>
              <a:rPr sz="2600" dirty="0">
                <a:latin typeface="Times New Roman"/>
                <a:cs typeface="Times New Roman"/>
              </a:rPr>
              <a:t>unreliable or zero internet </a:t>
            </a:r>
            <a:r>
              <a:rPr sz="2600" spc="-10" dirty="0">
                <a:latin typeface="Times New Roman"/>
                <a:cs typeface="Times New Roman"/>
              </a:rPr>
              <a:t>connectivity.</a:t>
            </a:r>
            <a:endParaRPr sz="2600" dirty="0">
              <a:latin typeface="Times New Roman"/>
              <a:cs typeface="Times New Roman"/>
            </a:endParaRPr>
          </a:p>
          <a:p>
            <a:pPr marL="180340" indent="-167640" algn="just">
              <a:buChar char="•"/>
              <a:tabLst>
                <a:tab pos="180340" algn="l"/>
              </a:tabLst>
            </a:pPr>
            <a:r>
              <a:rPr sz="2600" dirty="0">
                <a:latin typeface="Times New Roman"/>
                <a:cs typeface="Times New Roman"/>
              </a:rPr>
              <a:t>This limits access to modern Generative AI </a:t>
            </a:r>
            <a:r>
              <a:rPr sz="2600" spc="-10" dirty="0">
                <a:latin typeface="Times New Roman"/>
                <a:cs typeface="Times New Roman"/>
              </a:rPr>
              <a:t>capabilities.</a:t>
            </a:r>
            <a:endParaRPr sz="2600" dirty="0">
              <a:latin typeface="Times New Roman"/>
              <a:cs typeface="Times New Roman"/>
            </a:endParaRPr>
          </a:p>
          <a:p>
            <a:pPr algn="just">
              <a:spcBef>
                <a:spcPts val="75"/>
              </a:spcBef>
              <a:buFont typeface="Times New Roman"/>
              <a:buChar char="•"/>
            </a:pPr>
            <a:endParaRPr sz="2600" dirty="0">
              <a:latin typeface="Times New Roman"/>
              <a:cs typeface="Times New Roman"/>
            </a:endParaRPr>
          </a:p>
          <a:p>
            <a:pPr marL="12700" algn="just">
              <a:spcBef>
                <a:spcPts val="5"/>
              </a:spcBef>
            </a:pPr>
            <a:r>
              <a:rPr sz="2600" b="1" dirty="0">
                <a:latin typeface="Times New Roman"/>
                <a:cs typeface="Times New Roman"/>
              </a:rPr>
              <a:t>Data Sovereignty &amp; Privacy </a:t>
            </a:r>
            <a:r>
              <a:rPr sz="2600" b="1" spc="-10" dirty="0">
                <a:latin typeface="Times New Roman"/>
                <a:cs typeface="Times New Roman"/>
              </a:rPr>
              <a:t>Risks</a:t>
            </a:r>
            <a:endParaRPr sz="2600" dirty="0">
              <a:latin typeface="Times New Roman"/>
              <a:cs typeface="Times New Roman"/>
            </a:endParaRPr>
          </a:p>
          <a:p>
            <a:pPr marL="12700" marR="184150" indent="167640" algn="just">
              <a:spcBef>
                <a:spcPts val="95"/>
              </a:spcBef>
              <a:buChar char="•"/>
              <a:tabLst>
                <a:tab pos="180340" algn="l"/>
              </a:tabLst>
            </a:pPr>
            <a:r>
              <a:rPr sz="2600" dirty="0">
                <a:latin typeface="Times New Roman"/>
                <a:cs typeface="Times New Roman"/>
              </a:rPr>
              <a:t>Cloud-based AI services may transmit proprietary source code, legal records, </a:t>
            </a:r>
            <a:r>
              <a:rPr sz="2600" spc="-25" dirty="0">
                <a:latin typeface="Times New Roman"/>
                <a:cs typeface="Times New Roman"/>
              </a:rPr>
              <a:t>and </a:t>
            </a:r>
            <a:r>
              <a:rPr sz="2600" dirty="0">
                <a:latin typeface="Times New Roman"/>
                <a:cs typeface="Times New Roman"/>
              </a:rPr>
              <a:t>medical files to remote </a:t>
            </a:r>
            <a:r>
              <a:rPr sz="2600" spc="-10" dirty="0">
                <a:latin typeface="Times New Roman"/>
                <a:cs typeface="Times New Roman"/>
              </a:rPr>
              <a:t>servers.</a:t>
            </a:r>
            <a:endParaRPr sz="2600" dirty="0">
              <a:latin typeface="Times New Roman"/>
              <a:cs typeface="Times New Roman"/>
            </a:endParaRPr>
          </a:p>
          <a:p>
            <a:pPr marL="180340" indent="-167640" algn="just">
              <a:buChar char="•"/>
              <a:tabLst>
                <a:tab pos="180340" algn="l"/>
              </a:tabLst>
            </a:pPr>
            <a:r>
              <a:rPr sz="2600" dirty="0">
                <a:latin typeface="Times New Roman"/>
                <a:cs typeface="Times New Roman"/>
              </a:rPr>
              <a:t>This creates privacy, security, and data-sovereignty </a:t>
            </a:r>
            <a:r>
              <a:rPr sz="2600" spc="-10" dirty="0">
                <a:latin typeface="Times New Roman"/>
                <a:cs typeface="Times New Roman"/>
              </a:rPr>
              <a:t>concerns.</a:t>
            </a:r>
            <a:endParaRPr sz="2600" dirty="0">
              <a:latin typeface="Times New Roman"/>
              <a:cs typeface="Times New Roman"/>
            </a:endParaRPr>
          </a:p>
          <a:p>
            <a:pPr algn="just">
              <a:spcBef>
                <a:spcPts val="75"/>
              </a:spcBef>
              <a:buFont typeface="Times New Roman"/>
              <a:buChar char="•"/>
            </a:pPr>
            <a:endParaRPr sz="2600" dirty="0">
              <a:latin typeface="Times New Roman"/>
              <a:cs typeface="Times New Roman"/>
            </a:endParaRPr>
          </a:p>
          <a:p>
            <a:pPr marL="12700" algn="just">
              <a:spcBef>
                <a:spcPts val="5"/>
              </a:spcBef>
            </a:pPr>
            <a:r>
              <a:rPr sz="2600" b="1" dirty="0">
                <a:latin typeface="Times New Roman"/>
                <a:cs typeface="Times New Roman"/>
              </a:rPr>
              <a:t>Recurring Costs &amp; Cloud </a:t>
            </a:r>
            <a:r>
              <a:rPr sz="2600" b="1" spc="-10" dirty="0">
                <a:latin typeface="Times New Roman"/>
                <a:cs typeface="Times New Roman"/>
              </a:rPr>
              <a:t>Dependency</a:t>
            </a:r>
            <a:endParaRPr sz="2600" dirty="0">
              <a:latin typeface="Times New Roman"/>
              <a:cs typeface="Times New Roman"/>
            </a:endParaRPr>
          </a:p>
          <a:p>
            <a:pPr marL="12700" marR="869315" indent="167640" algn="just">
              <a:spcBef>
                <a:spcPts val="95"/>
              </a:spcBef>
              <a:buChar char="•"/>
              <a:tabLst>
                <a:tab pos="180340" algn="l"/>
              </a:tabLst>
            </a:pPr>
            <a:r>
              <a:rPr sz="2600" dirty="0">
                <a:latin typeface="Times New Roman"/>
                <a:cs typeface="Times New Roman"/>
              </a:rPr>
              <a:t>Proprietary LLM APIs often require recurring subscriptions or usage-</a:t>
            </a:r>
            <a:r>
              <a:rPr sz="2600" spc="-10" dirty="0">
                <a:latin typeface="Times New Roman"/>
                <a:cs typeface="Times New Roman"/>
              </a:rPr>
              <a:t>based payments.</a:t>
            </a:r>
            <a:endParaRPr sz="2600" dirty="0">
              <a:latin typeface="Times New Roman"/>
              <a:cs typeface="Times New Roman"/>
            </a:endParaRPr>
          </a:p>
          <a:p>
            <a:pPr marL="180340" indent="-167640" algn="just">
              <a:buChar char="•"/>
              <a:tabLst>
                <a:tab pos="180340" algn="l"/>
              </a:tabLst>
            </a:pPr>
            <a:r>
              <a:rPr sz="2600" dirty="0">
                <a:latin typeface="Times New Roman"/>
                <a:cs typeface="Times New Roman"/>
              </a:rPr>
              <a:t>This creates a financial barrier for students, researchers, and small </a:t>
            </a:r>
            <a:r>
              <a:rPr sz="2600" spc="-10" dirty="0">
                <a:latin typeface="Times New Roman"/>
                <a:cs typeface="Times New Roman"/>
              </a:rPr>
              <a:t>institutions.</a:t>
            </a:r>
            <a:endParaRPr sz="2600" dirty="0">
              <a:latin typeface="Times New Roman"/>
              <a:cs typeface="Times New Roman"/>
            </a:endParaRPr>
          </a:p>
          <a:p>
            <a:pPr algn="just">
              <a:spcBef>
                <a:spcPts val="75"/>
              </a:spcBef>
              <a:buFont typeface="Times New Roman"/>
              <a:buChar char="•"/>
            </a:pPr>
            <a:endParaRPr sz="2600" dirty="0">
              <a:latin typeface="Times New Roman"/>
              <a:cs typeface="Times New Roman"/>
            </a:endParaRPr>
          </a:p>
          <a:p>
            <a:pPr marL="12700" algn="just"/>
            <a:r>
              <a:rPr sz="2600" b="1" dirty="0">
                <a:latin typeface="Times New Roman"/>
                <a:cs typeface="Times New Roman"/>
              </a:rPr>
              <a:t>Friction &amp; Host System </a:t>
            </a:r>
            <a:r>
              <a:rPr sz="2600" b="1" spc="-10" dirty="0">
                <a:latin typeface="Times New Roman"/>
                <a:cs typeface="Times New Roman"/>
              </a:rPr>
              <a:t>Pollution</a:t>
            </a:r>
            <a:endParaRPr sz="2600" dirty="0">
              <a:latin typeface="Times New Roman"/>
              <a:cs typeface="Times New Roman"/>
            </a:endParaRPr>
          </a:p>
          <a:p>
            <a:pPr marL="12700" marR="1130935" indent="167640" algn="just">
              <a:spcBef>
                <a:spcPts val="100"/>
              </a:spcBef>
              <a:buChar char="•"/>
              <a:tabLst>
                <a:tab pos="180340" algn="l"/>
              </a:tabLst>
            </a:pPr>
            <a:r>
              <a:rPr sz="2600" dirty="0">
                <a:latin typeface="Times New Roman"/>
                <a:cs typeface="Times New Roman"/>
              </a:rPr>
              <a:t>Existing local AI tools may require installation, administrator </a:t>
            </a:r>
            <a:r>
              <a:rPr sz="2600" spc="-10" dirty="0">
                <a:latin typeface="Times New Roman"/>
                <a:cs typeface="Times New Roman"/>
              </a:rPr>
              <a:t>privileges, </a:t>
            </a:r>
            <a:r>
              <a:rPr sz="2600" dirty="0">
                <a:latin typeface="Times New Roman"/>
                <a:cs typeface="Times New Roman"/>
              </a:rPr>
              <a:t>environment configuration, and large model downloads on every </a:t>
            </a:r>
            <a:r>
              <a:rPr sz="2600" spc="-10" dirty="0">
                <a:latin typeface="Times New Roman"/>
                <a:cs typeface="Times New Roman"/>
              </a:rPr>
              <a:t>machine.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8C646B-3824-6D39-F362-B10C41D4A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>
            <a:extLst>
              <a:ext uri="{FF2B5EF4-FFF2-40B4-BE49-F238E27FC236}">
                <a16:creationId xmlns:a16="http://schemas.microsoft.com/office/drawing/2014/main" id="{163E84B2-7C84-B3C9-F598-C1E802E1F42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2124" y="552902"/>
            <a:ext cx="190499" cy="990599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360487FC-A69B-D95A-AD25-9C356447709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14975" y="764124"/>
            <a:ext cx="12168348" cy="39052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D3590E8B-D00F-6B38-4F82-0EF73B76F0B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7293" y="9801845"/>
            <a:ext cx="17221199" cy="523874"/>
          </a:xfrm>
          <a:prstGeom prst="rect">
            <a:avLst/>
          </a:prstGeom>
        </p:spPr>
      </p:pic>
      <p:sp>
        <p:nvSpPr>
          <p:cNvPr id="8" name="object 7" descr="$PPTXTitle"/>
          <p:cNvSpPr txBox="1">
            <a:spLocks noGrp="1"/>
          </p:cNvSpPr>
          <p:nvPr>
            <p:ph type="title"/>
          </p:nvPr>
        </p:nvSpPr>
        <p:spPr>
          <a:xfrm>
            <a:off x="990600" y="493198"/>
            <a:ext cx="13998575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9" dirty="0"/>
              <a:t>SOLUTION</a:t>
            </a: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AA853910-D740-4EBB-6C20-153E6D4E8BD7}"/>
              </a:ext>
            </a:extLst>
          </p:cNvPr>
          <p:cNvSpPr txBox="1"/>
          <p:nvPr/>
        </p:nvSpPr>
        <p:spPr>
          <a:xfrm>
            <a:off x="497293" y="1706259"/>
            <a:ext cx="10510676" cy="813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4160" algn="l">
              <a:spcBef>
                <a:spcPts val="100"/>
              </a:spcBef>
            </a:pPr>
            <a:r>
              <a:rPr lang="en-IN" sz="3200" b="1" dirty="0">
                <a:latin typeface="Times New Roman"/>
                <a:cs typeface="Times New Roman"/>
              </a:rPr>
              <a:t>P</a:t>
            </a:r>
            <a:r>
              <a:rPr sz="3200" b="1" dirty="0" err="1">
                <a:latin typeface="Times New Roman"/>
                <a:cs typeface="Times New Roman"/>
              </a:rPr>
              <a:t>ortLLM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—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Sovereign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AI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in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Your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Pocket</a:t>
            </a:r>
            <a:endParaRPr sz="3200" dirty="0">
              <a:latin typeface="Times New Roman"/>
              <a:cs typeface="Times New Roman"/>
            </a:endParaRPr>
          </a:p>
          <a:p>
            <a:pPr marL="12700" marR="318770">
              <a:spcBef>
                <a:spcPts val="195"/>
              </a:spcBef>
            </a:pP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zero-</a:t>
            </a:r>
            <a:r>
              <a:rPr sz="2500" dirty="0">
                <a:latin typeface="Times New Roman"/>
                <a:cs typeface="Times New Roman"/>
              </a:rPr>
              <a:t>dependency,</a:t>
            </a:r>
            <a:r>
              <a:rPr sz="2500" spc="-10" dirty="0">
                <a:latin typeface="Times New Roman"/>
                <a:cs typeface="Times New Roman"/>
              </a:rPr>
              <a:t> plug-and-</a:t>
            </a:r>
            <a:r>
              <a:rPr sz="2500" dirty="0">
                <a:latin typeface="Times New Roman"/>
                <a:cs typeface="Times New Roman"/>
              </a:rPr>
              <a:t>play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local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AI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compute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environment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that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runs </a:t>
            </a:r>
            <a:r>
              <a:rPr sz="2500" dirty="0">
                <a:latin typeface="Times New Roman"/>
                <a:cs typeface="Times New Roman"/>
              </a:rPr>
              <a:t>entirely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user-</a:t>
            </a:r>
            <a:r>
              <a:rPr sz="2500" dirty="0">
                <a:latin typeface="Times New Roman"/>
                <a:cs typeface="Times New Roman"/>
              </a:rPr>
              <a:t>space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from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USB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drive,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SSD,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or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local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folder.</a:t>
            </a:r>
            <a:endParaRPr sz="2500" dirty="0">
              <a:latin typeface="Times New Roman"/>
              <a:cs typeface="Times New Roman"/>
            </a:endParaRPr>
          </a:p>
          <a:p>
            <a:pPr marL="12700">
              <a:spcBef>
                <a:spcPts val="2205"/>
              </a:spcBef>
            </a:pPr>
            <a:r>
              <a:rPr sz="2500" b="1" dirty="0">
                <a:latin typeface="Times New Roman"/>
                <a:cs typeface="Times New Roman"/>
              </a:rPr>
              <a:t>Download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Once,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Run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Everywhere</a:t>
            </a:r>
            <a:endParaRPr sz="2500" dirty="0">
              <a:latin typeface="Times New Roman"/>
              <a:cs typeface="Times New Roman"/>
            </a:endParaRPr>
          </a:p>
          <a:p>
            <a:pPr marL="161290" indent="-148590">
              <a:buChar char="•"/>
              <a:tabLst>
                <a:tab pos="161290" algn="l"/>
              </a:tabLst>
            </a:pPr>
            <a:r>
              <a:rPr sz="2500" dirty="0">
                <a:latin typeface="Times New Roman"/>
                <a:cs typeface="Times New Roman"/>
              </a:rPr>
              <a:t>Unified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architecture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Windows,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macOS,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Linux,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Android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via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Termux.</a:t>
            </a:r>
            <a:endParaRPr sz="2500" dirty="0">
              <a:latin typeface="Times New Roman"/>
              <a:cs typeface="Times New Roman"/>
            </a:endParaRPr>
          </a:p>
          <a:p>
            <a:pPr marL="161290" indent="-148590">
              <a:buChar char="•"/>
              <a:tabLst>
                <a:tab pos="161290" algn="l"/>
              </a:tabLst>
            </a:pPr>
            <a:r>
              <a:rPr sz="2500" dirty="0">
                <a:latin typeface="Times New Roman"/>
                <a:cs typeface="Times New Roman"/>
              </a:rPr>
              <a:t>Shared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GGUF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model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files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eliminate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unnecessary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duplicate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storage.</a:t>
            </a:r>
            <a:endParaRPr sz="2500" dirty="0">
              <a:latin typeface="Times New Roman"/>
              <a:cs typeface="Times New Roman"/>
            </a:endParaRPr>
          </a:p>
          <a:p>
            <a:pPr marL="12700"/>
            <a:r>
              <a:rPr sz="2500" b="1" dirty="0">
                <a:latin typeface="Times New Roman"/>
                <a:cs typeface="Times New Roman"/>
              </a:rPr>
              <a:t>100%</a:t>
            </a:r>
            <a:r>
              <a:rPr sz="2500" b="1" spc="-3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Air-</a:t>
            </a:r>
            <a:r>
              <a:rPr sz="2500" b="1" dirty="0">
                <a:latin typeface="Times New Roman"/>
                <a:cs typeface="Times New Roman"/>
              </a:rPr>
              <a:t>Gapped</a:t>
            </a:r>
            <a:r>
              <a:rPr sz="2500" b="1" spc="-2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&amp;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Private</a:t>
            </a:r>
            <a:endParaRPr sz="2500" dirty="0">
              <a:latin typeface="Times New Roman"/>
              <a:cs typeface="Times New Roman"/>
            </a:endParaRPr>
          </a:p>
          <a:p>
            <a:pPr marL="12700" marR="5080" indent="148590">
              <a:spcBef>
                <a:spcPts val="90"/>
              </a:spcBef>
              <a:buChar char="•"/>
              <a:tabLst>
                <a:tab pos="161290" algn="l"/>
              </a:tabLst>
            </a:pPr>
            <a:r>
              <a:rPr sz="2500" dirty="0">
                <a:latin typeface="Times New Roman"/>
                <a:cs typeface="Times New Roman"/>
              </a:rPr>
              <a:t>Inference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runtimes,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document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parsers,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fonts,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chat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histories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remain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on</a:t>
            </a:r>
            <a:r>
              <a:rPr sz="2500" spc="-25" dirty="0">
                <a:latin typeface="Times New Roman"/>
                <a:cs typeface="Times New Roman"/>
              </a:rPr>
              <a:t> the </a:t>
            </a:r>
            <a:r>
              <a:rPr sz="2500" dirty="0">
                <a:latin typeface="Times New Roman"/>
                <a:cs typeface="Times New Roman"/>
              </a:rPr>
              <a:t>physical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drive.</a:t>
            </a:r>
            <a:endParaRPr sz="2500" dirty="0">
              <a:latin typeface="Times New Roman"/>
              <a:cs typeface="Times New Roman"/>
            </a:endParaRPr>
          </a:p>
          <a:p>
            <a:pPr marL="161290" indent="-148590">
              <a:buChar char="•"/>
              <a:tabLst>
                <a:tab pos="161290" algn="l"/>
              </a:tabLst>
            </a:pPr>
            <a:r>
              <a:rPr sz="2500" dirty="0">
                <a:latin typeface="Times New Roman"/>
                <a:cs typeface="Times New Roman"/>
              </a:rPr>
              <a:t>Designed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operate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without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external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network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calls.</a:t>
            </a:r>
            <a:endParaRPr sz="2500" dirty="0">
              <a:latin typeface="Times New Roman"/>
              <a:cs typeface="Times New Roman"/>
            </a:endParaRPr>
          </a:p>
          <a:p>
            <a:pPr marL="12700"/>
            <a:r>
              <a:rPr sz="2500" b="1" dirty="0">
                <a:latin typeface="Times New Roman"/>
                <a:cs typeface="Times New Roman"/>
              </a:rPr>
              <a:t>Zero</a:t>
            </a:r>
            <a:r>
              <a:rPr sz="2500" b="1" spc="-3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Host</a:t>
            </a:r>
            <a:r>
              <a:rPr sz="2500" b="1" spc="-3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Machine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Footprint</a:t>
            </a:r>
            <a:endParaRPr sz="2500" dirty="0">
              <a:latin typeface="Times New Roman"/>
              <a:cs typeface="Times New Roman"/>
            </a:endParaRPr>
          </a:p>
          <a:p>
            <a:pPr marL="161290" indent="-148590">
              <a:buChar char="•"/>
              <a:tabLst>
                <a:tab pos="161290" algn="l"/>
              </a:tabLst>
            </a:pPr>
            <a:r>
              <a:rPr sz="2500" dirty="0">
                <a:latin typeface="Times New Roman"/>
                <a:cs typeface="Times New Roman"/>
              </a:rPr>
              <a:t>No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installation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wizard.</a:t>
            </a:r>
            <a:endParaRPr sz="2500" dirty="0">
              <a:latin typeface="Times New Roman"/>
              <a:cs typeface="Times New Roman"/>
            </a:endParaRPr>
          </a:p>
          <a:p>
            <a:pPr marL="161290" indent="-148590">
              <a:buChar char="•"/>
              <a:tabLst>
                <a:tab pos="161290" algn="l"/>
              </a:tabLst>
            </a:pPr>
            <a:r>
              <a:rPr sz="2500" dirty="0">
                <a:latin typeface="Times New Roman"/>
                <a:cs typeface="Times New Roman"/>
              </a:rPr>
              <a:t>No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registry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modifications.</a:t>
            </a:r>
            <a:endParaRPr sz="2500" dirty="0">
              <a:latin typeface="Times New Roman"/>
              <a:cs typeface="Times New Roman"/>
            </a:endParaRPr>
          </a:p>
          <a:p>
            <a:pPr marL="161290" indent="-148590">
              <a:buChar char="•"/>
              <a:tabLst>
                <a:tab pos="161290" algn="l"/>
              </a:tabLst>
            </a:pPr>
            <a:r>
              <a:rPr sz="2500" dirty="0">
                <a:latin typeface="Times New Roman"/>
                <a:cs typeface="Times New Roman"/>
              </a:rPr>
              <a:t>No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persistent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background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services.</a:t>
            </a:r>
            <a:endParaRPr sz="2500" dirty="0">
              <a:latin typeface="Times New Roman"/>
              <a:cs typeface="Times New Roman"/>
            </a:endParaRPr>
          </a:p>
          <a:p>
            <a:pPr marL="161290" indent="-148590">
              <a:buChar char="•"/>
              <a:tabLst>
                <a:tab pos="161290" algn="l"/>
              </a:tabLst>
            </a:pPr>
            <a:r>
              <a:rPr sz="2500" dirty="0">
                <a:latin typeface="Times New Roman"/>
                <a:cs typeface="Times New Roman"/>
              </a:rPr>
              <a:t>Unplugging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drive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leaves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host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machine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untouched.</a:t>
            </a:r>
            <a:endParaRPr sz="2500" dirty="0">
              <a:latin typeface="Times New Roman"/>
              <a:cs typeface="Times New Roman"/>
            </a:endParaRPr>
          </a:p>
          <a:p>
            <a:pPr>
              <a:spcBef>
                <a:spcPts val="25"/>
              </a:spcBef>
              <a:buFont typeface="Times New Roman"/>
              <a:buChar char="•"/>
            </a:pPr>
            <a:endParaRPr sz="2500" dirty="0">
              <a:latin typeface="Times New Roman"/>
              <a:cs typeface="Times New Roman"/>
            </a:endParaRPr>
          </a:p>
          <a:p>
            <a:pPr marL="12700"/>
            <a:r>
              <a:rPr sz="2500" b="1" dirty="0">
                <a:latin typeface="Times New Roman"/>
                <a:cs typeface="Times New Roman"/>
              </a:rPr>
              <a:t>Instant</a:t>
            </a:r>
            <a:r>
              <a:rPr sz="2500" b="1" spc="-70" dirty="0">
                <a:latin typeface="Times New Roman"/>
                <a:cs typeface="Times New Roman"/>
              </a:rPr>
              <a:t> </a:t>
            </a:r>
            <a:r>
              <a:rPr sz="2500" b="1" spc="-20" dirty="0">
                <a:latin typeface="Times New Roman"/>
                <a:cs typeface="Times New Roman"/>
              </a:rPr>
              <a:t>Boot</a:t>
            </a:r>
            <a:endParaRPr sz="2500" dirty="0">
              <a:latin typeface="Times New Roman"/>
              <a:cs typeface="Times New Roman"/>
            </a:endParaRPr>
          </a:p>
          <a:p>
            <a:pPr marL="161290" indent="-148590">
              <a:buChar char="•"/>
              <a:tabLst>
                <a:tab pos="161290" algn="l"/>
              </a:tabLst>
            </a:pPr>
            <a:r>
              <a:rPr sz="2500" dirty="0">
                <a:latin typeface="Times New Roman"/>
                <a:cs typeface="Times New Roman"/>
              </a:rPr>
              <a:t>Plug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drive.</a:t>
            </a:r>
            <a:endParaRPr sz="2500" dirty="0">
              <a:latin typeface="Times New Roman"/>
              <a:cs typeface="Times New Roman"/>
            </a:endParaRPr>
          </a:p>
          <a:p>
            <a:pPr marL="161290" indent="-148590">
              <a:buChar char="•"/>
              <a:tabLst>
                <a:tab pos="161290" algn="l"/>
              </a:tabLst>
            </a:pPr>
            <a:r>
              <a:rPr sz="2500" dirty="0">
                <a:latin typeface="Times New Roman"/>
                <a:cs typeface="Times New Roman"/>
              </a:rPr>
              <a:t>Launch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PortLLM.</a:t>
            </a:r>
            <a:endParaRPr sz="2500" dirty="0">
              <a:latin typeface="Times New Roman"/>
              <a:cs typeface="Times New Roman"/>
            </a:endParaRPr>
          </a:p>
          <a:p>
            <a:pPr marL="161290" indent="-148590">
              <a:buChar char="•"/>
              <a:tabLst>
                <a:tab pos="161290" algn="l"/>
              </a:tabLst>
            </a:pPr>
            <a:r>
              <a:rPr sz="2500" dirty="0">
                <a:latin typeface="Times New Roman"/>
                <a:cs typeface="Times New Roman"/>
              </a:rPr>
              <a:t>Start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chatting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through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local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dashboard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at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localhost:3333.</a:t>
            </a:r>
            <a:endParaRPr sz="2500" dirty="0">
              <a:latin typeface="Times New Roman"/>
              <a:cs typeface="Times New Roman"/>
            </a:endParaRPr>
          </a:p>
        </p:txBody>
      </p:sp>
      <p:pic>
        <p:nvPicPr>
          <p:cNvPr id="17" name="object 6">
            <a:extLst>
              <a:ext uri="{FF2B5EF4-FFF2-40B4-BE49-F238E27FC236}">
                <a16:creationId xmlns:a16="http://schemas.microsoft.com/office/drawing/2014/main" id="{844D64DF-A9BD-6B52-A704-BED4B172294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49982" y="1631374"/>
            <a:ext cx="7409418" cy="778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958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81721B-EC4D-80A4-9FDD-F5027E07E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>
            <a:extLst>
              <a:ext uri="{FF2B5EF4-FFF2-40B4-BE49-F238E27FC236}">
                <a16:creationId xmlns:a16="http://schemas.microsoft.com/office/drawing/2014/main" id="{7EFDEBA9-3FB4-B7D3-32D7-E4C9DE2A935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2124" y="552902"/>
            <a:ext cx="190499" cy="990599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FB518240-A816-8B10-266B-4539218A17B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77799" y="764124"/>
            <a:ext cx="4805523" cy="478396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25EEF731-B589-D861-B731-B0A18FA40CB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7293" y="9801845"/>
            <a:ext cx="17221199" cy="523874"/>
          </a:xfrm>
          <a:prstGeom prst="rect">
            <a:avLst/>
          </a:prstGeom>
        </p:spPr>
      </p:pic>
      <p:sp>
        <p:nvSpPr>
          <p:cNvPr id="8" name="object 7" descr="$PPTXTitle">
            <a:extLst>
              <a:ext uri="{FF2B5EF4-FFF2-40B4-BE49-F238E27FC236}">
                <a16:creationId xmlns:a16="http://schemas.microsoft.com/office/drawing/2014/main" id="{BFAFDCE0-D9B0-56CA-14D6-90BCAAEF40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493198"/>
            <a:ext cx="13998575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409" dirty="0"/>
              <a:t>Hindsight Implementation </a:t>
            </a:r>
            <a:endParaRPr spc="-409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A8C906-EA80-3445-A3D5-3063529970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70" y="1735039"/>
            <a:ext cx="11287802" cy="7525201"/>
          </a:xfrm>
          <a:prstGeom prst="rect">
            <a:avLst/>
          </a:prstGeom>
        </p:spPr>
      </p:pic>
      <p:sp>
        <p:nvSpPr>
          <p:cNvPr id="10" name="object 8">
            <a:extLst>
              <a:ext uri="{FF2B5EF4-FFF2-40B4-BE49-F238E27FC236}">
                <a16:creationId xmlns:a16="http://schemas.microsoft.com/office/drawing/2014/main" id="{C24009EF-D979-486C-5F36-64F14DFF2501}"/>
              </a:ext>
            </a:extLst>
          </p:cNvPr>
          <p:cNvSpPr txBox="1"/>
          <p:nvPr/>
        </p:nvSpPr>
        <p:spPr>
          <a:xfrm>
            <a:off x="289109" y="2259573"/>
            <a:ext cx="6568891" cy="73379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2800" b="1" dirty="0"/>
              <a:t>Role-Aware Intelligence</a:t>
            </a:r>
          </a:p>
          <a:p>
            <a:r>
              <a:rPr lang="en-US" sz="2800" dirty="0"/>
              <a:t>•Recalls relevant past conversations and user context to generate </a:t>
            </a:r>
            <a:r>
              <a:rPr lang="en-US" sz="2800" dirty="0" err="1"/>
              <a:t>personalised</a:t>
            </a:r>
            <a:r>
              <a:rPr lang="en-US" sz="2800" dirty="0"/>
              <a:t> responses.</a:t>
            </a:r>
          </a:p>
          <a:p>
            <a:pPr algn="l"/>
            <a:r>
              <a:rPr lang="en-US" sz="2800" b="1" dirty="0"/>
              <a:t>Offline Reliability</a:t>
            </a:r>
            <a:br>
              <a:rPr lang="en-US" sz="2800" dirty="0"/>
            </a:br>
            <a:r>
              <a:rPr lang="en-US" sz="2800" dirty="0"/>
              <a:t>• Learns user roles, preferences, and recurring workflows over time.</a:t>
            </a:r>
            <a:br>
              <a:rPr lang="en-US" sz="2800" dirty="0"/>
            </a:br>
            <a:r>
              <a:rPr lang="en-US" sz="2800" dirty="0"/>
              <a:t>• Enables governed knowledge sharing across departments when online.</a:t>
            </a:r>
          </a:p>
          <a:p>
            <a:pPr algn="l"/>
            <a:r>
              <a:rPr lang="en-US" sz="2800" b="1" dirty="0"/>
              <a:t>Privacy &amp; Access Control</a:t>
            </a:r>
            <a:br>
              <a:rPr lang="en-US" sz="2800" dirty="0"/>
            </a:br>
            <a:r>
              <a:rPr lang="en-US" sz="2800" dirty="0"/>
              <a:t>• </a:t>
            </a:r>
            <a:r>
              <a:rPr lang="en-US" sz="2800" dirty="0" err="1"/>
              <a:t>Synchronises</a:t>
            </a:r>
            <a:r>
              <a:rPr lang="en-US" sz="2800" dirty="0"/>
              <a:t> memories through cloud connectivity while </a:t>
            </a:r>
            <a:r>
              <a:rPr lang="en-US" sz="2800" dirty="0" err="1"/>
              <a:t>PortLLM</a:t>
            </a:r>
            <a:r>
              <a:rPr lang="en-US" sz="2800" dirty="0"/>
              <a:t> continues local inference offline.</a:t>
            </a:r>
          </a:p>
          <a:p>
            <a:pPr algn="l"/>
            <a:r>
              <a:rPr lang="en-US" sz="2800" b="1" dirty="0"/>
              <a:t>Cross-Department Knowledge Sharing</a:t>
            </a:r>
            <a:br>
              <a:rPr lang="en-US" sz="2800" dirty="0"/>
            </a:br>
            <a:r>
              <a:rPr lang="en-US" sz="2800" dirty="0"/>
              <a:t>• Reduces repeated explanations, improves productivity, and supports role-aware collaboration.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D3F3E-F1BE-4C49-4D56-558A4D6F0EA4}"/>
              </a:ext>
            </a:extLst>
          </p:cNvPr>
          <p:cNvSpPr txBox="1"/>
          <p:nvPr/>
        </p:nvSpPr>
        <p:spPr>
          <a:xfrm>
            <a:off x="990600" y="1475849"/>
            <a:ext cx="9067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Memory – Zero Downtime 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897973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57AB7D-391D-3234-BE8F-7545DC3A6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A185DC2-AA76-5676-22ED-C1647A17A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08" y="1248188"/>
            <a:ext cx="17032692" cy="8749941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613E155-CBEC-1946-32AC-EA43BB4DD2C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2124" y="552902"/>
            <a:ext cx="190499" cy="990599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771340D8-9B27-4D43-6D33-6B6C429D0EE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640631" y="724314"/>
            <a:ext cx="6364692" cy="52387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21B386BB-BD2D-76CE-3E0B-B19A101E895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7293" y="9801845"/>
            <a:ext cx="17221199" cy="523874"/>
          </a:xfrm>
          <a:prstGeom prst="rect">
            <a:avLst/>
          </a:prstGeom>
        </p:spPr>
      </p:pic>
      <p:sp>
        <p:nvSpPr>
          <p:cNvPr id="8" name="object 7" descr="$PPTXTitle">
            <a:extLst>
              <a:ext uri="{FF2B5EF4-FFF2-40B4-BE49-F238E27FC236}">
                <a16:creationId xmlns:a16="http://schemas.microsoft.com/office/drawing/2014/main" id="{99469E88-2ECB-A056-8E1E-687BB4F9E4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336730"/>
            <a:ext cx="13998575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409" dirty="0"/>
              <a:t>Workflow </a:t>
            </a:r>
            <a:endParaRPr spc="-409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54022F-546E-3AA1-91C7-20F0F73FCFB2}"/>
              </a:ext>
            </a:extLst>
          </p:cNvPr>
          <p:cNvSpPr txBox="1"/>
          <p:nvPr/>
        </p:nvSpPr>
        <p:spPr>
          <a:xfrm>
            <a:off x="4953000" y="683036"/>
            <a:ext cx="9067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Memory – Zero Downtime 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784366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2779" y="554490"/>
            <a:ext cx="190499" cy="9905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756774" y="1720666"/>
            <a:ext cx="8166100" cy="7842433"/>
          </a:xfrm>
          <a:custGeom>
            <a:avLst/>
            <a:gdLst/>
            <a:ahLst/>
            <a:cxnLst/>
            <a:rect l="l" t="t" r="r" b="b"/>
            <a:pathLst>
              <a:path w="8166100" h="7258684">
                <a:moveTo>
                  <a:pt x="7684296" y="7258506"/>
                </a:moveTo>
                <a:lnTo>
                  <a:pt x="485775" y="7258506"/>
                </a:lnTo>
                <a:lnTo>
                  <a:pt x="437762" y="7256129"/>
                </a:lnTo>
                <a:lnTo>
                  <a:pt x="390562" y="7249085"/>
                </a:lnTo>
                <a:lnTo>
                  <a:pt x="344494" y="7237508"/>
                </a:lnTo>
                <a:lnTo>
                  <a:pt x="299877" y="7221528"/>
                </a:lnTo>
                <a:lnTo>
                  <a:pt x="257028" y="7201278"/>
                </a:lnTo>
                <a:lnTo>
                  <a:pt x="216266" y="7176890"/>
                </a:lnTo>
                <a:lnTo>
                  <a:pt x="177911" y="7148495"/>
                </a:lnTo>
                <a:lnTo>
                  <a:pt x="142280" y="7116225"/>
                </a:lnTo>
                <a:lnTo>
                  <a:pt x="110011" y="7080594"/>
                </a:lnTo>
                <a:lnTo>
                  <a:pt x="81616" y="7042239"/>
                </a:lnTo>
                <a:lnTo>
                  <a:pt x="57227" y="7001478"/>
                </a:lnTo>
                <a:lnTo>
                  <a:pt x="36977" y="6958629"/>
                </a:lnTo>
                <a:lnTo>
                  <a:pt x="20997" y="6914011"/>
                </a:lnTo>
                <a:lnTo>
                  <a:pt x="9420" y="6867943"/>
                </a:lnTo>
                <a:lnTo>
                  <a:pt x="2377" y="6820744"/>
                </a:lnTo>
                <a:lnTo>
                  <a:pt x="0" y="6772731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7684296" y="0"/>
                </a:lnTo>
                <a:lnTo>
                  <a:pt x="7732309" y="2377"/>
                </a:lnTo>
                <a:lnTo>
                  <a:pt x="7779508" y="9420"/>
                </a:lnTo>
                <a:lnTo>
                  <a:pt x="7825576" y="20997"/>
                </a:lnTo>
                <a:lnTo>
                  <a:pt x="7870194" y="36977"/>
                </a:lnTo>
                <a:lnTo>
                  <a:pt x="7913042" y="57227"/>
                </a:lnTo>
                <a:lnTo>
                  <a:pt x="7953804" y="81615"/>
                </a:lnTo>
                <a:lnTo>
                  <a:pt x="7992159" y="110010"/>
                </a:lnTo>
                <a:lnTo>
                  <a:pt x="8027790" y="142280"/>
                </a:lnTo>
                <a:lnTo>
                  <a:pt x="8060060" y="177911"/>
                </a:lnTo>
                <a:lnTo>
                  <a:pt x="8088455" y="216266"/>
                </a:lnTo>
                <a:lnTo>
                  <a:pt x="8112844" y="257028"/>
                </a:lnTo>
                <a:lnTo>
                  <a:pt x="8133094" y="299877"/>
                </a:lnTo>
                <a:lnTo>
                  <a:pt x="8149073" y="344494"/>
                </a:lnTo>
                <a:lnTo>
                  <a:pt x="8160651" y="390562"/>
                </a:lnTo>
                <a:lnTo>
                  <a:pt x="8165819" y="425197"/>
                </a:lnTo>
                <a:lnTo>
                  <a:pt x="8165819" y="6833308"/>
                </a:lnTo>
                <a:lnTo>
                  <a:pt x="8149073" y="6914011"/>
                </a:lnTo>
                <a:lnTo>
                  <a:pt x="8133094" y="6958629"/>
                </a:lnTo>
                <a:lnTo>
                  <a:pt x="8112844" y="7001478"/>
                </a:lnTo>
                <a:lnTo>
                  <a:pt x="8088455" y="7042239"/>
                </a:lnTo>
                <a:lnTo>
                  <a:pt x="8060060" y="7080594"/>
                </a:lnTo>
                <a:lnTo>
                  <a:pt x="8027790" y="7116225"/>
                </a:lnTo>
                <a:lnTo>
                  <a:pt x="7992159" y="7148495"/>
                </a:lnTo>
                <a:lnTo>
                  <a:pt x="7953804" y="7176890"/>
                </a:lnTo>
                <a:lnTo>
                  <a:pt x="7913042" y="7201278"/>
                </a:lnTo>
                <a:lnTo>
                  <a:pt x="7870194" y="7221528"/>
                </a:lnTo>
                <a:lnTo>
                  <a:pt x="7825576" y="7237508"/>
                </a:lnTo>
                <a:lnTo>
                  <a:pt x="7779508" y="7249085"/>
                </a:lnTo>
                <a:lnTo>
                  <a:pt x="7732309" y="7256129"/>
                </a:lnTo>
                <a:lnTo>
                  <a:pt x="7684296" y="7258506"/>
                </a:lnTo>
                <a:close/>
              </a:path>
            </a:pathLst>
          </a:custGeom>
          <a:solidFill>
            <a:srgbClr val="FFBD5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848281" y="551314"/>
            <a:ext cx="8712835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FLOW</a:t>
            </a:r>
            <a:r>
              <a:rPr spc="-520" dirty="0"/>
              <a:t> </a:t>
            </a:r>
            <a:r>
              <a:rPr dirty="0"/>
              <a:t>OF</a:t>
            </a:r>
            <a:r>
              <a:rPr spc="-515" dirty="0"/>
              <a:t> </a:t>
            </a:r>
            <a:r>
              <a:rPr spc="-409" dirty="0"/>
              <a:t>SOLUTION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24396" y="852939"/>
            <a:ext cx="8324849" cy="3905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5126" y="1777582"/>
            <a:ext cx="9100307" cy="7728599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xfrm>
            <a:off x="9947275" y="1894022"/>
            <a:ext cx="7934072" cy="77405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spcBef>
                <a:spcPts val="100"/>
              </a:spcBef>
            </a:pPr>
            <a:r>
              <a:rPr sz="2800" dirty="0"/>
              <a:t>Layer</a:t>
            </a:r>
            <a:r>
              <a:rPr sz="2800" spc="-25" dirty="0"/>
              <a:t> </a:t>
            </a:r>
            <a:r>
              <a:rPr sz="2800" dirty="0"/>
              <a:t>1</a:t>
            </a:r>
            <a:r>
              <a:rPr sz="2800" spc="-25" dirty="0"/>
              <a:t> </a:t>
            </a:r>
            <a:r>
              <a:rPr sz="2800" dirty="0"/>
              <a:t>—</a:t>
            </a:r>
            <a:r>
              <a:rPr sz="2800" spc="-20" dirty="0"/>
              <a:t> </a:t>
            </a:r>
            <a:r>
              <a:rPr sz="2800" dirty="0"/>
              <a:t>Platform</a:t>
            </a:r>
            <a:r>
              <a:rPr sz="2800" spc="-25" dirty="0"/>
              <a:t> </a:t>
            </a:r>
            <a:r>
              <a:rPr sz="2800" spc="-10" dirty="0"/>
              <a:t>Launchers</a:t>
            </a:r>
          </a:p>
          <a:p>
            <a:pPr marL="12700" algn="just">
              <a:spcBef>
                <a:spcPts val="20"/>
              </a:spcBef>
            </a:pPr>
            <a:r>
              <a:rPr sz="1800" b="0" spc="-10" dirty="0">
                <a:latin typeface="Times New Roman"/>
                <a:cs typeface="Times New Roman"/>
              </a:rPr>
              <a:t>Windows</a:t>
            </a:r>
            <a:endParaRPr sz="1800" dirty="0">
              <a:latin typeface="Times New Roman"/>
              <a:cs typeface="Times New Roman"/>
            </a:endParaRPr>
          </a:p>
          <a:p>
            <a:pPr marL="140970" indent="-128270" algn="just">
              <a:buChar char="•"/>
              <a:tabLst>
                <a:tab pos="140970" algn="l"/>
              </a:tabLst>
            </a:pPr>
            <a:r>
              <a:rPr sz="1800" b="0" spc="-10" dirty="0">
                <a:latin typeface="Times New Roman"/>
                <a:cs typeface="Times New Roman"/>
              </a:rPr>
              <a:t>install.bat</a:t>
            </a:r>
            <a:endParaRPr sz="1800" dirty="0">
              <a:latin typeface="Times New Roman"/>
              <a:cs typeface="Times New Roman"/>
            </a:endParaRPr>
          </a:p>
          <a:p>
            <a:pPr marL="12700" marR="6137910" indent="128270" algn="just">
              <a:spcBef>
                <a:spcPts val="90"/>
              </a:spcBef>
              <a:buChar char="•"/>
              <a:tabLst>
                <a:tab pos="140970" algn="l"/>
              </a:tabLst>
            </a:pPr>
            <a:r>
              <a:rPr sz="1800" b="0" spc="-10" dirty="0">
                <a:latin typeface="Times New Roman"/>
                <a:cs typeface="Times New Roman"/>
              </a:rPr>
              <a:t>start-portllm.bat </a:t>
            </a:r>
            <a:r>
              <a:rPr sz="1800" b="0" dirty="0">
                <a:latin typeface="Times New Roman"/>
                <a:cs typeface="Times New Roman"/>
              </a:rPr>
              <a:t>macOS</a:t>
            </a:r>
            <a:r>
              <a:rPr sz="1800" b="0" spc="-3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/</a:t>
            </a:r>
            <a:r>
              <a:rPr sz="1800" b="0" spc="-35" dirty="0">
                <a:latin typeface="Times New Roman"/>
                <a:cs typeface="Times New Roman"/>
              </a:rPr>
              <a:t> </a:t>
            </a:r>
            <a:r>
              <a:rPr sz="1800" b="0" spc="-20" dirty="0">
                <a:latin typeface="Times New Roman"/>
                <a:cs typeface="Times New Roman"/>
              </a:rPr>
              <a:t>Linux</a:t>
            </a:r>
            <a:endParaRPr sz="1800" dirty="0">
              <a:latin typeface="Times New Roman"/>
              <a:cs typeface="Times New Roman"/>
            </a:endParaRPr>
          </a:p>
          <a:p>
            <a:pPr marL="140970" indent="-128270" algn="just">
              <a:buChar char="•"/>
              <a:tabLst>
                <a:tab pos="140970" algn="l"/>
              </a:tabLst>
            </a:pPr>
            <a:r>
              <a:rPr sz="1800" b="0" spc="-10" dirty="0">
                <a:latin typeface="Times New Roman"/>
                <a:cs typeface="Times New Roman"/>
              </a:rPr>
              <a:t>install.sh</a:t>
            </a:r>
            <a:endParaRPr sz="1800" dirty="0">
              <a:latin typeface="Times New Roman"/>
              <a:cs typeface="Times New Roman"/>
            </a:endParaRPr>
          </a:p>
          <a:p>
            <a:pPr marL="12700" marR="6913880" indent="128270" algn="just">
              <a:spcBef>
                <a:spcPts val="90"/>
              </a:spcBef>
              <a:buChar char="•"/>
              <a:tabLst>
                <a:tab pos="140970" algn="l"/>
              </a:tabLst>
            </a:pPr>
            <a:r>
              <a:rPr sz="1800" b="0" spc="-10" dirty="0">
                <a:latin typeface="Times New Roman"/>
                <a:cs typeface="Times New Roman"/>
              </a:rPr>
              <a:t>start.sh Android</a:t>
            </a:r>
            <a:endParaRPr sz="1800" dirty="0">
              <a:latin typeface="Times New Roman"/>
              <a:cs typeface="Times New Roman"/>
            </a:endParaRPr>
          </a:p>
          <a:p>
            <a:pPr marL="140970" indent="-128270" algn="just">
              <a:buChar char="•"/>
              <a:tabLst>
                <a:tab pos="140970" algn="l"/>
              </a:tabLst>
            </a:pPr>
            <a:r>
              <a:rPr sz="1800" b="0" dirty="0">
                <a:latin typeface="Times New Roman"/>
                <a:cs typeface="Times New Roman"/>
              </a:rPr>
              <a:t>Termux</a:t>
            </a:r>
            <a:r>
              <a:rPr sz="1800" b="0" spc="-3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+</a:t>
            </a:r>
            <a:r>
              <a:rPr sz="1800" b="0" spc="-30" dirty="0">
                <a:latin typeface="Times New Roman"/>
                <a:cs typeface="Times New Roman"/>
              </a:rPr>
              <a:t> </a:t>
            </a:r>
            <a:r>
              <a:rPr sz="1800" b="0" spc="-10" dirty="0">
                <a:latin typeface="Times New Roman"/>
                <a:cs typeface="Times New Roman"/>
              </a:rPr>
              <a:t>llama-server</a:t>
            </a:r>
            <a:endParaRPr sz="1800" dirty="0">
              <a:latin typeface="Times New Roman"/>
              <a:cs typeface="Times New Roman"/>
            </a:endParaRPr>
          </a:p>
          <a:p>
            <a:pPr marL="12700" algn="just"/>
            <a:r>
              <a:rPr sz="2800" dirty="0"/>
              <a:t>Layer 2 — Shared Core </a:t>
            </a:r>
            <a:r>
              <a:rPr sz="2800" spc="-10" dirty="0"/>
              <a:t>Layer</a:t>
            </a:r>
            <a:endParaRPr sz="2800" dirty="0"/>
          </a:p>
          <a:p>
            <a:pPr marL="12700" algn="just">
              <a:spcBef>
                <a:spcPts val="70"/>
              </a:spcBef>
            </a:pPr>
            <a:r>
              <a:rPr sz="1800" b="0" spc="-10" dirty="0">
                <a:latin typeface="Times New Roman"/>
                <a:cs typeface="Times New Roman"/>
              </a:rPr>
              <a:t>Shared/bin/</a:t>
            </a:r>
            <a:endParaRPr sz="1800" dirty="0">
              <a:latin typeface="Times New Roman"/>
              <a:cs typeface="Times New Roman"/>
            </a:endParaRPr>
          </a:p>
          <a:p>
            <a:pPr marL="12700" marR="1941195" indent="128270" algn="just">
              <a:spcBef>
                <a:spcPts val="90"/>
              </a:spcBef>
              <a:buChar char="•"/>
              <a:tabLst>
                <a:tab pos="140970" algn="l"/>
              </a:tabLst>
            </a:pPr>
            <a:r>
              <a:rPr sz="1800" b="0" spc="-10" dirty="0">
                <a:latin typeface="Times New Roman"/>
                <a:cs typeface="Times New Roman"/>
              </a:rPr>
              <a:t>Pre-</a:t>
            </a:r>
            <a:r>
              <a:rPr sz="1800" b="0" dirty="0">
                <a:latin typeface="Times New Roman"/>
                <a:cs typeface="Times New Roman"/>
              </a:rPr>
              <a:t>compiled</a:t>
            </a:r>
            <a:r>
              <a:rPr sz="1800" b="0" spc="-6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inference</a:t>
            </a:r>
            <a:r>
              <a:rPr sz="1800" b="0" spc="-6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engines</a:t>
            </a:r>
            <a:r>
              <a:rPr sz="1800" b="0" spc="-6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including</a:t>
            </a:r>
            <a:r>
              <a:rPr sz="1800" b="0" spc="-5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Ollama</a:t>
            </a:r>
            <a:r>
              <a:rPr sz="1800" b="0" spc="-6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and</a:t>
            </a:r>
            <a:r>
              <a:rPr sz="1800" b="0" spc="-60" dirty="0">
                <a:latin typeface="Times New Roman"/>
                <a:cs typeface="Times New Roman"/>
              </a:rPr>
              <a:t> </a:t>
            </a:r>
            <a:r>
              <a:rPr sz="1800" b="0" spc="-10" dirty="0">
                <a:latin typeface="Times New Roman"/>
                <a:cs typeface="Times New Roman"/>
              </a:rPr>
              <a:t>llama.cpp. Shared/models/</a:t>
            </a:r>
            <a:endParaRPr sz="1800" dirty="0">
              <a:latin typeface="Times New Roman"/>
              <a:cs typeface="Times New Roman"/>
            </a:endParaRPr>
          </a:p>
          <a:p>
            <a:pPr marL="12700" marR="674370" indent="128270" algn="just">
              <a:spcBef>
                <a:spcPts val="5"/>
              </a:spcBef>
              <a:buChar char="•"/>
              <a:tabLst>
                <a:tab pos="140970" algn="l"/>
              </a:tabLst>
            </a:pPr>
            <a:r>
              <a:rPr sz="1800" b="0" dirty="0">
                <a:latin typeface="Times New Roman"/>
                <a:cs typeface="Times New Roman"/>
              </a:rPr>
              <a:t>Central</a:t>
            </a:r>
            <a:r>
              <a:rPr sz="1800" b="0" spc="-6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repository</a:t>
            </a:r>
            <a:r>
              <a:rPr sz="1800" b="0" spc="-6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for</a:t>
            </a:r>
            <a:r>
              <a:rPr sz="1800" b="0" spc="-6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GGUF</a:t>
            </a:r>
            <a:r>
              <a:rPr sz="1800" b="0" spc="-6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model</a:t>
            </a:r>
            <a:r>
              <a:rPr sz="1800" b="0" spc="-6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weights</a:t>
            </a:r>
            <a:r>
              <a:rPr sz="1800" b="0" spc="-6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shared</a:t>
            </a:r>
            <a:r>
              <a:rPr sz="1800" b="0" spc="-6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across</a:t>
            </a:r>
            <a:r>
              <a:rPr sz="1800" b="0" spc="-5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supported</a:t>
            </a:r>
            <a:r>
              <a:rPr sz="1800" b="0" spc="-60" dirty="0">
                <a:latin typeface="Times New Roman"/>
                <a:cs typeface="Times New Roman"/>
              </a:rPr>
              <a:t> </a:t>
            </a:r>
            <a:r>
              <a:rPr sz="1800" b="0" spc="-10" dirty="0">
                <a:latin typeface="Times New Roman"/>
                <a:cs typeface="Times New Roman"/>
              </a:rPr>
              <a:t>platforms. Shared/vendor/</a:t>
            </a:r>
            <a:endParaRPr sz="1800" dirty="0">
              <a:latin typeface="Times New Roman"/>
              <a:cs typeface="Times New Roman"/>
            </a:endParaRPr>
          </a:p>
          <a:p>
            <a:pPr marL="12700" marR="5080" indent="128270" algn="just">
              <a:buChar char="•"/>
              <a:tabLst>
                <a:tab pos="140970" algn="l"/>
              </a:tabLst>
            </a:pPr>
            <a:r>
              <a:rPr sz="1800" b="0" dirty="0">
                <a:latin typeface="Times New Roman"/>
                <a:cs typeface="Times New Roman"/>
              </a:rPr>
              <a:t>Offline</a:t>
            </a:r>
            <a:r>
              <a:rPr sz="1800" b="0" spc="-5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web</a:t>
            </a:r>
            <a:r>
              <a:rPr sz="1800" b="0" spc="-5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assets</a:t>
            </a:r>
            <a:r>
              <a:rPr sz="1800" b="0" spc="-5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including</a:t>
            </a:r>
            <a:r>
              <a:rPr sz="1800" b="0" spc="-5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PDF.js,</a:t>
            </a:r>
            <a:r>
              <a:rPr sz="1800" b="0" spc="-5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Marked.js,</a:t>
            </a:r>
            <a:r>
              <a:rPr sz="1800" b="0" spc="-50" dirty="0">
                <a:latin typeface="Times New Roman"/>
                <a:cs typeface="Times New Roman"/>
              </a:rPr>
              <a:t> </a:t>
            </a:r>
            <a:r>
              <a:rPr sz="1800" b="0" spc="-10" dirty="0">
                <a:latin typeface="Times New Roman"/>
                <a:cs typeface="Times New Roman"/>
              </a:rPr>
              <a:t>Highlight.js,</a:t>
            </a:r>
            <a:r>
              <a:rPr sz="1800" b="0" spc="-5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Inter,</a:t>
            </a:r>
            <a:r>
              <a:rPr sz="1800" b="0" spc="-5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and</a:t>
            </a:r>
            <a:r>
              <a:rPr sz="1800" b="0" spc="-5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JetBrains</a:t>
            </a:r>
            <a:r>
              <a:rPr sz="1800" b="0" spc="-50" dirty="0">
                <a:latin typeface="Times New Roman"/>
                <a:cs typeface="Times New Roman"/>
              </a:rPr>
              <a:t> </a:t>
            </a:r>
            <a:r>
              <a:rPr sz="1800" b="0" spc="-10" dirty="0">
                <a:latin typeface="Times New Roman"/>
                <a:cs typeface="Times New Roman"/>
              </a:rPr>
              <a:t>fonts. Shared/chat_server.py</a:t>
            </a:r>
            <a:endParaRPr sz="1800" dirty="0">
              <a:latin typeface="Times New Roman"/>
              <a:cs typeface="Times New Roman"/>
            </a:endParaRPr>
          </a:p>
          <a:p>
            <a:pPr marL="140970" indent="-128270" algn="just">
              <a:buChar char="•"/>
              <a:tabLst>
                <a:tab pos="140970" algn="l"/>
              </a:tabLst>
            </a:pPr>
            <a:r>
              <a:rPr sz="1800" b="0" spc="-10" dirty="0">
                <a:latin typeface="Times New Roman"/>
                <a:cs typeface="Times New Roman"/>
              </a:rPr>
              <a:t>Zero-</a:t>
            </a:r>
            <a:r>
              <a:rPr sz="1800" b="0" dirty="0">
                <a:latin typeface="Times New Roman"/>
                <a:cs typeface="Times New Roman"/>
              </a:rPr>
              <a:t>dependency</a:t>
            </a:r>
            <a:r>
              <a:rPr sz="1800" b="0" spc="-7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Python</a:t>
            </a:r>
            <a:r>
              <a:rPr sz="1800" b="0" spc="-7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HTTP</a:t>
            </a:r>
            <a:r>
              <a:rPr sz="1800" b="0" spc="-75" dirty="0">
                <a:latin typeface="Times New Roman"/>
                <a:cs typeface="Times New Roman"/>
              </a:rPr>
              <a:t> </a:t>
            </a:r>
            <a:r>
              <a:rPr sz="1800" b="0" spc="-10" dirty="0">
                <a:latin typeface="Times New Roman"/>
                <a:cs typeface="Times New Roman"/>
              </a:rPr>
              <a:t>server.</a:t>
            </a:r>
            <a:endParaRPr sz="1800" dirty="0">
              <a:latin typeface="Times New Roman"/>
              <a:cs typeface="Times New Roman"/>
            </a:endParaRPr>
          </a:p>
          <a:p>
            <a:pPr marL="140970" indent="-128270" algn="just">
              <a:buChar char="•"/>
              <a:tabLst>
                <a:tab pos="140970" algn="l"/>
              </a:tabLst>
            </a:pPr>
            <a:r>
              <a:rPr sz="1800" b="0" dirty="0">
                <a:latin typeface="Times New Roman"/>
                <a:cs typeface="Times New Roman"/>
              </a:rPr>
              <a:t>Hardware</a:t>
            </a:r>
            <a:r>
              <a:rPr sz="1800" b="0" spc="-6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telemetry</a:t>
            </a:r>
            <a:r>
              <a:rPr sz="1800" b="0" spc="-60" dirty="0">
                <a:latin typeface="Times New Roman"/>
                <a:cs typeface="Times New Roman"/>
              </a:rPr>
              <a:t> </a:t>
            </a:r>
            <a:r>
              <a:rPr sz="1800" b="0" spc="-10" dirty="0">
                <a:latin typeface="Times New Roman"/>
                <a:cs typeface="Times New Roman"/>
              </a:rPr>
              <a:t>collector.</a:t>
            </a:r>
            <a:endParaRPr sz="1800" dirty="0">
              <a:latin typeface="Times New Roman"/>
              <a:cs typeface="Times New Roman"/>
            </a:endParaRPr>
          </a:p>
          <a:p>
            <a:pPr marL="140970" indent="-128270" algn="just">
              <a:buChar char="•"/>
              <a:tabLst>
                <a:tab pos="140970" algn="l"/>
              </a:tabLst>
            </a:pPr>
            <a:r>
              <a:rPr sz="1800" b="0" dirty="0">
                <a:latin typeface="Times New Roman"/>
                <a:cs typeface="Times New Roman"/>
              </a:rPr>
              <a:t>Local</a:t>
            </a:r>
            <a:r>
              <a:rPr sz="1800" b="0" spc="-4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reverse</a:t>
            </a:r>
            <a:r>
              <a:rPr sz="1800" b="0" spc="-45" dirty="0">
                <a:latin typeface="Times New Roman"/>
                <a:cs typeface="Times New Roman"/>
              </a:rPr>
              <a:t> </a:t>
            </a:r>
            <a:r>
              <a:rPr sz="1800" b="0" spc="-10" dirty="0">
                <a:latin typeface="Times New Roman"/>
                <a:cs typeface="Times New Roman"/>
              </a:rPr>
              <a:t>proxy.</a:t>
            </a:r>
            <a:endParaRPr sz="1800" dirty="0">
              <a:latin typeface="Times New Roman"/>
              <a:cs typeface="Times New Roman"/>
            </a:endParaRPr>
          </a:p>
          <a:p>
            <a:pPr marL="12700" algn="just"/>
            <a:r>
              <a:rPr sz="2800" dirty="0"/>
              <a:t>Layer</a:t>
            </a:r>
            <a:r>
              <a:rPr sz="2800" spc="-20" dirty="0"/>
              <a:t> </a:t>
            </a:r>
            <a:r>
              <a:rPr sz="2800" dirty="0"/>
              <a:t>3</a:t>
            </a:r>
            <a:r>
              <a:rPr sz="2800" spc="-15" dirty="0"/>
              <a:t> </a:t>
            </a:r>
            <a:r>
              <a:rPr sz="2800" dirty="0"/>
              <a:t>—</a:t>
            </a:r>
            <a:r>
              <a:rPr sz="2800" spc="-15" dirty="0"/>
              <a:t> </a:t>
            </a:r>
            <a:r>
              <a:rPr sz="2800" dirty="0"/>
              <a:t>Client</a:t>
            </a:r>
            <a:r>
              <a:rPr sz="2800" spc="-20" dirty="0"/>
              <a:t> </a:t>
            </a:r>
            <a:r>
              <a:rPr sz="2800" spc="-10" dirty="0"/>
              <a:t>Interface</a:t>
            </a:r>
            <a:endParaRPr sz="2800" dirty="0"/>
          </a:p>
          <a:p>
            <a:pPr marL="12700" algn="just">
              <a:spcBef>
                <a:spcPts val="75"/>
              </a:spcBef>
            </a:pPr>
            <a:r>
              <a:rPr sz="1800" b="0" dirty="0">
                <a:latin typeface="Times New Roman"/>
                <a:cs typeface="Times New Roman"/>
              </a:rPr>
              <a:t>Standalone</a:t>
            </a:r>
            <a:r>
              <a:rPr sz="1800" b="0" spc="-7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Web</a:t>
            </a:r>
            <a:r>
              <a:rPr sz="1800" b="0" spc="-65" dirty="0">
                <a:latin typeface="Times New Roman"/>
                <a:cs typeface="Times New Roman"/>
              </a:rPr>
              <a:t> </a:t>
            </a:r>
            <a:r>
              <a:rPr sz="1800" b="0" spc="-10" dirty="0">
                <a:latin typeface="Times New Roman"/>
                <a:cs typeface="Times New Roman"/>
              </a:rPr>
              <a:t>Dashboard</a:t>
            </a:r>
            <a:endParaRPr sz="1800" dirty="0">
              <a:latin typeface="Times New Roman"/>
              <a:cs typeface="Times New Roman"/>
            </a:endParaRPr>
          </a:p>
          <a:p>
            <a:pPr marL="140970" indent="-128270" algn="just">
              <a:buChar char="•"/>
              <a:tabLst>
                <a:tab pos="140970" algn="l"/>
              </a:tabLst>
            </a:pPr>
            <a:r>
              <a:rPr sz="1800" b="0" dirty="0">
                <a:latin typeface="Times New Roman"/>
                <a:cs typeface="Times New Roman"/>
              </a:rPr>
              <a:t>Local</a:t>
            </a:r>
            <a:r>
              <a:rPr sz="1800" b="0" spc="-4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interface</a:t>
            </a:r>
            <a:r>
              <a:rPr sz="1800" b="0" spc="-4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available</a:t>
            </a:r>
            <a:r>
              <a:rPr sz="1800" b="0" spc="-4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at</a:t>
            </a:r>
            <a:r>
              <a:rPr sz="1800" b="0" spc="-40" dirty="0">
                <a:latin typeface="Times New Roman"/>
                <a:cs typeface="Times New Roman"/>
              </a:rPr>
              <a:t> </a:t>
            </a:r>
            <a:r>
              <a:rPr sz="1800" b="0" spc="-10" dirty="0">
                <a:latin typeface="Times New Roman"/>
                <a:cs typeface="Times New Roman"/>
              </a:rPr>
              <a:t>localhost:3333.</a:t>
            </a:r>
            <a:endParaRPr sz="1800" dirty="0">
              <a:latin typeface="Times New Roman"/>
              <a:cs typeface="Times New Roman"/>
            </a:endParaRPr>
          </a:p>
          <a:p>
            <a:pPr marL="140970" indent="-128270" algn="just">
              <a:buChar char="•"/>
              <a:tabLst>
                <a:tab pos="140970" algn="l"/>
              </a:tabLst>
            </a:pPr>
            <a:r>
              <a:rPr sz="1800" b="0" spc="-10" dirty="0">
                <a:latin typeface="Times New Roman"/>
                <a:cs typeface="Times New Roman"/>
              </a:rPr>
              <a:t>Client-</a:t>
            </a:r>
            <a:r>
              <a:rPr sz="1800" b="0" dirty="0">
                <a:latin typeface="Times New Roman"/>
                <a:cs typeface="Times New Roman"/>
              </a:rPr>
              <a:t>side</a:t>
            </a:r>
            <a:r>
              <a:rPr sz="1800" b="0" spc="-3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PDF</a:t>
            </a:r>
            <a:r>
              <a:rPr sz="1800" b="0" spc="-30" dirty="0">
                <a:latin typeface="Times New Roman"/>
                <a:cs typeface="Times New Roman"/>
              </a:rPr>
              <a:t> </a:t>
            </a:r>
            <a:r>
              <a:rPr sz="1800" b="0" spc="-10" dirty="0">
                <a:latin typeface="Times New Roman"/>
                <a:cs typeface="Times New Roman"/>
              </a:rPr>
              <a:t>analysis.</a:t>
            </a:r>
            <a:endParaRPr sz="1800" dirty="0">
              <a:latin typeface="Times New Roman"/>
              <a:cs typeface="Times New Roman"/>
            </a:endParaRPr>
          </a:p>
          <a:p>
            <a:pPr marL="140970" indent="-128270" algn="just">
              <a:buChar char="•"/>
              <a:tabLst>
                <a:tab pos="140970" algn="l"/>
              </a:tabLst>
            </a:pPr>
            <a:r>
              <a:rPr sz="1800" b="0" spc="-10" dirty="0">
                <a:latin typeface="Times New Roman"/>
                <a:cs typeface="Times New Roman"/>
              </a:rPr>
              <a:t>Real-</a:t>
            </a:r>
            <a:r>
              <a:rPr sz="1800" b="0" dirty="0">
                <a:latin typeface="Times New Roman"/>
                <a:cs typeface="Times New Roman"/>
              </a:rPr>
              <a:t>time</a:t>
            </a:r>
            <a:r>
              <a:rPr sz="1800" b="0" spc="-4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CPU</a:t>
            </a:r>
            <a:r>
              <a:rPr sz="1800" b="0" spc="-3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and</a:t>
            </a:r>
            <a:r>
              <a:rPr sz="1800" b="0" spc="-4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RAM</a:t>
            </a:r>
            <a:r>
              <a:rPr sz="1800" b="0" spc="-35" dirty="0">
                <a:latin typeface="Times New Roman"/>
                <a:cs typeface="Times New Roman"/>
              </a:rPr>
              <a:t> </a:t>
            </a:r>
            <a:r>
              <a:rPr sz="1800" b="0" spc="-10" dirty="0">
                <a:latin typeface="Times New Roman"/>
                <a:cs typeface="Times New Roman"/>
              </a:rPr>
              <a:t>monitoring.</a:t>
            </a:r>
            <a:endParaRPr sz="1800" dirty="0">
              <a:latin typeface="Times New Roman"/>
              <a:cs typeface="Times New Roman"/>
            </a:endParaRPr>
          </a:p>
          <a:p>
            <a:pPr marL="140970" indent="-128270" algn="just">
              <a:buChar char="•"/>
              <a:tabLst>
                <a:tab pos="140970" algn="l"/>
              </a:tabLst>
            </a:pPr>
            <a:r>
              <a:rPr sz="1800" b="0" dirty="0">
                <a:latin typeface="Times New Roman"/>
                <a:cs typeface="Times New Roman"/>
              </a:rPr>
              <a:t>Local</a:t>
            </a:r>
            <a:r>
              <a:rPr sz="1800" b="0" spc="-4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chat</a:t>
            </a:r>
            <a:r>
              <a:rPr sz="1800" b="0" spc="-40" dirty="0">
                <a:latin typeface="Times New Roman"/>
                <a:cs typeface="Times New Roman"/>
              </a:rPr>
              <a:t> </a:t>
            </a:r>
            <a:r>
              <a:rPr sz="1800" b="0" spc="-10" dirty="0">
                <a:latin typeface="Times New Roman"/>
                <a:cs typeface="Times New Roman"/>
              </a:rPr>
              <a:t>interface.</a:t>
            </a: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2124" y="9563100"/>
            <a:ext cx="17221199" cy="5238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513" y="742588"/>
            <a:ext cx="190499" cy="990599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899538" y="679891"/>
            <a:ext cx="5354955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TECH</a:t>
            </a:r>
            <a:r>
              <a:rPr spc="-340" dirty="0"/>
              <a:t> </a:t>
            </a:r>
            <a:r>
              <a:rPr spc="-190" dirty="0"/>
              <a:t>STACK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9041" y="1028700"/>
            <a:ext cx="2644959" cy="5238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80452" y="204804"/>
            <a:ext cx="8781938" cy="51116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64748" y="5201703"/>
            <a:ext cx="8734094" cy="4953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4033" y="9647890"/>
            <a:ext cx="17221199" cy="523874"/>
          </a:xfrm>
          <a:prstGeom prst="rect">
            <a:avLst/>
          </a:prstGeom>
        </p:spPr>
      </p:pic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5DB5AE9-9491-7E09-2D26-1708E5ED755C}"/>
              </a:ext>
            </a:extLst>
          </p:cNvPr>
          <p:cNvGrpSpPr/>
          <p:nvPr/>
        </p:nvGrpSpPr>
        <p:grpSpPr>
          <a:xfrm>
            <a:off x="195130" y="2084521"/>
            <a:ext cx="8948870" cy="7459892"/>
            <a:chOff x="195130" y="2813959"/>
            <a:chExt cx="8781938" cy="673045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BCA9267-994C-7F75-7EAB-911926CDA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25809"/>
            <a:stretch>
              <a:fillRect/>
            </a:stretch>
          </p:blipFill>
          <p:spPr>
            <a:xfrm>
              <a:off x="195130" y="2813959"/>
              <a:ext cx="8781938" cy="6730453"/>
            </a:xfrm>
            <a:prstGeom prst="rect">
              <a:avLst/>
            </a:prstGeom>
          </p:spPr>
        </p:pic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B502353-E321-2204-1634-7D54CEBC4F23}"/>
                </a:ext>
              </a:extLst>
            </p:cNvPr>
            <p:cNvGrpSpPr/>
            <p:nvPr/>
          </p:nvGrpSpPr>
          <p:grpSpPr>
            <a:xfrm>
              <a:off x="462040" y="3169520"/>
              <a:ext cx="2716920" cy="1651680"/>
              <a:chOff x="462040" y="3169520"/>
              <a:chExt cx="2716920" cy="1651680"/>
            </a:xfrm>
          </p:grpSpPr>
          <mc:AlternateContent xmlns:mc="http://schemas.openxmlformats.org/markup-compatibility/2006">
            <mc:Choice xmlns:p14="http://schemas.microsoft.com/office/powerpoint/2010/main" xmlns:aink="http://schemas.microsoft.com/office/drawing/2016/ink" Requires="p14 aink">
              <p:contentPart p14:bwMode="auto" r:id="rId9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D95DFD77-A9E0-1A75-4AC8-E44141FA0A2E}"/>
                      </a:ext>
                    </a:extLst>
                  </p14:cNvPr>
                  <p14:cNvContentPartPr/>
                  <p14:nvPr/>
                </p14:nvContentPartPr>
                <p14:xfrm>
                  <a:off x="462040" y="3685040"/>
                  <a:ext cx="461880" cy="567000"/>
                </p14:xfrm>
              </p:contentPart>
            </mc:Choice>
            <mc:Fallback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D95DFD77-A9E0-1A75-4AC8-E44141FA0A2E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444724" y="3669128"/>
                    <a:ext cx="496866" cy="5991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xmlns:aink="http://schemas.microsoft.com/office/drawing/2016/ink" Requires="p14 aink">
              <p:contentPart p14:bwMode="auto" r:id="rId11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6465D7D0-FA1A-6A5D-875F-3206C87CDD23}"/>
                      </a:ext>
                    </a:extLst>
                  </p14:cNvPr>
                  <p14:cNvContentPartPr/>
                  <p14:nvPr/>
                </p14:nvContentPartPr>
                <p14:xfrm>
                  <a:off x="898000" y="3848120"/>
                  <a:ext cx="287280" cy="681120"/>
                </p14:xfrm>
              </p:contentPart>
            </mc:Choice>
            <mc:Fallback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6465D7D0-FA1A-6A5D-875F-3206C87CDD23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880332" y="3831880"/>
                    <a:ext cx="322262" cy="71327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xmlns:aink="http://schemas.microsoft.com/office/drawing/2016/ink" Requires="p14 aink">
              <p:contentPart p14:bwMode="auto" r:id="rId13">
                <p14:nvContentPartPr>
                  <p14:cNvPr id="18" name="Ink 17">
                    <a:extLst>
                      <a:ext uri="{FF2B5EF4-FFF2-40B4-BE49-F238E27FC236}">
                        <a16:creationId xmlns:a16="http://schemas.microsoft.com/office/drawing/2014/main" id="{90FADC58-AED7-EAE1-A8E0-200F73FD70A7}"/>
                      </a:ext>
                    </a:extLst>
                  </p14:cNvPr>
                  <p14:cNvContentPartPr/>
                  <p14:nvPr/>
                </p14:nvContentPartPr>
                <p14:xfrm>
                  <a:off x="1726000" y="3519440"/>
                  <a:ext cx="189360" cy="300600"/>
                </p14:xfrm>
              </p:contentPart>
            </mc:Choice>
            <mc:Fallback>
              <p:pic>
                <p:nvPicPr>
                  <p:cNvPr id="18" name="Ink 17">
                    <a:extLst>
                      <a:ext uri="{FF2B5EF4-FFF2-40B4-BE49-F238E27FC236}">
                        <a16:creationId xmlns:a16="http://schemas.microsoft.com/office/drawing/2014/main" id="{90FADC58-AED7-EAE1-A8E0-200F73FD70A7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708689" y="3503209"/>
                    <a:ext cx="224335" cy="33273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xmlns:aink="http://schemas.microsoft.com/office/drawing/2016/ink" Requires="p14 aink">
              <p:contentPart p14:bwMode="auto" r:id="rId15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FD81F717-3790-DB1F-0B11-F3E038884754}"/>
                      </a:ext>
                    </a:extLst>
                  </p14:cNvPr>
                  <p14:cNvContentPartPr/>
                  <p14:nvPr/>
                </p14:nvContentPartPr>
                <p14:xfrm>
                  <a:off x="1925080" y="3364640"/>
                  <a:ext cx="240480" cy="406080"/>
                </p14:xfrm>
              </p:contentPart>
            </mc:Choice>
            <mc:Fallback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FD81F717-3790-DB1F-0B11-F3E038884754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1907777" y="3348722"/>
                    <a:ext cx="275440" cy="4382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xmlns:aink="http://schemas.microsoft.com/office/drawing/2016/ink" Requires="p14 aink">
              <p:contentPart p14:bwMode="auto" r:id="rId17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51AA9613-70AA-E0E5-E3F0-CA933F9C2BCB}"/>
                      </a:ext>
                    </a:extLst>
                  </p14:cNvPr>
                  <p14:cNvContentPartPr/>
                  <p14:nvPr/>
                </p14:nvContentPartPr>
                <p14:xfrm>
                  <a:off x="2234320" y="3443840"/>
                  <a:ext cx="175320" cy="306360"/>
                </p14:xfrm>
              </p:contentPart>
            </mc:Choice>
            <mc:Fallback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51AA9613-70AA-E0E5-E3F0-CA933F9C2BCB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2216647" y="3427921"/>
                    <a:ext cx="210313" cy="33852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xmlns:aink="http://schemas.microsoft.com/office/drawing/2016/ink" Requires="p14 aink">
              <p:contentPart p14:bwMode="auto" r:id="rId19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88314B2A-0FAB-F65B-786D-8C8BA3393AD6}"/>
                      </a:ext>
                    </a:extLst>
                  </p14:cNvPr>
                  <p14:cNvContentPartPr/>
                  <p14:nvPr/>
                </p14:nvContentPartPr>
                <p14:xfrm>
                  <a:off x="2498560" y="3489920"/>
                  <a:ext cx="123840" cy="248040"/>
                </p14:xfrm>
              </p:contentPart>
            </mc:Choice>
            <mc:Fallback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88314B2A-0FAB-F65B-786D-8C8BA3393AD6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2480869" y="3473666"/>
                    <a:ext cx="158869" cy="28022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xmlns:aink="http://schemas.microsoft.com/office/drawing/2016/ink" Requires="p14 aink">
              <p:contentPart p14:bwMode="auto" r:id="rId21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B4D4B1CC-4556-B291-2169-9C17919EC53C}"/>
                      </a:ext>
                    </a:extLst>
                  </p14:cNvPr>
                  <p14:cNvContentPartPr/>
                  <p14:nvPr/>
                </p14:nvContentPartPr>
                <p14:xfrm>
                  <a:off x="2431960" y="3281840"/>
                  <a:ext cx="171720" cy="106920"/>
                </p14:xfrm>
              </p:contentPart>
            </mc:Choice>
            <mc:Fallback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B4D4B1CC-4556-B291-2169-9C17919EC53C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2414293" y="3265916"/>
                    <a:ext cx="206700" cy="13909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xmlns:aink="http://schemas.microsoft.com/office/drawing/2016/ink" Requires="p14 aink">
              <p:contentPart p14:bwMode="auto" r:id="rId23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A6CC50D2-330E-9301-6362-3AA754BCF050}"/>
                      </a:ext>
                    </a:extLst>
                  </p14:cNvPr>
                  <p14:cNvContentPartPr/>
                  <p14:nvPr/>
                </p14:nvContentPartPr>
                <p14:xfrm>
                  <a:off x="2747320" y="3169520"/>
                  <a:ext cx="145800" cy="568800"/>
                </p14:xfrm>
              </p:contentPart>
            </mc:Choice>
            <mc:Fallback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A6CC50D2-330E-9301-6362-3AA754BCF050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2729669" y="3153603"/>
                    <a:ext cx="180750" cy="60095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xmlns:aink="http://schemas.microsoft.com/office/drawing/2016/ink" Requires="p14 aink">
              <p:contentPart p14:bwMode="auto" r:id="rId25">
                <p14:nvContentPartPr>
                  <p14:cNvPr id="25" name="Ink 24">
                    <a:extLst>
                      <a:ext uri="{FF2B5EF4-FFF2-40B4-BE49-F238E27FC236}">
                        <a16:creationId xmlns:a16="http://schemas.microsoft.com/office/drawing/2014/main" id="{0E21E1CB-7E30-241D-8C8A-D79238FA1A85}"/>
                      </a:ext>
                    </a:extLst>
                  </p14:cNvPr>
                  <p14:cNvContentPartPr/>
                  <p14:nvPr/>
                </p14:nvContentPartPr>
                <p14:xfrm>
                  <a:off x="2727880" y="3402440"/>
                  <a:ext cx="209880" cy="41760"/>
                </p14:xfrm>
              </p:contentPart>
            </mc:Choice>
            <mc:Fallback>
              <p:pic>
                <p:nvPicPr>
                  <p:cNvPr id="25" name="Ink 24">
                    <a:extLst>
                      <a:ext uri="{FF2B5EF4-FFF2-40B4-BE49-F238E27FC236}">
                        <a16:creationId xmlns:a16="http://schemas.microsoft.com/office/drawing/2014/main" id="{0E21E1CB-7E30-241D-8C8A-D79238FA1A85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2710213" y="3386578"/>
                    <a:ext cx="244860" cy="738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xmlns:aink="http://schemas.microsoft.com/office/drawing/2016/ink" Requires="p14 aink">
              <p:contentPart p14:bwMode="auto" r:id="rId27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7B438358-07F3-6217-E054-EC5FDD171F7F}"/>
                      </a:ext>
                    </a:extLst>
                  </p14:cNvPr>
                  <p14:cNvContentPartPr/>
                  <p14:nvPr/>
                </p14:nvContentPartPr>
                <p14:xfrm>
                  <a:off x="2944600" y="3310280"/>
                  <a:ext cx="234360" cy="337320"/>
                </p14:xfrm>
              </p:contentPart>
            </mc:Choice>
            <mc:Fallback>
              <p:pic>
                <p:nvPicPr>
                  <p:cNvPr id="26" name="Ink 25">
                    <a:extLst>
                      <a:ext uri="{FF2B5EF4-FFF2-40B4-BE49-F238E27FC236}">
                        <a16:creationId xmlns:a16="http://schemas.microsoft.com/office/drawing/2014/main" id="{7B438358-07F3-6217-E054-EC5FDD171F7F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2926926" y="3294356"/>
                    <a:ext cx="269355" cy="36949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xmlns:aink="http://schemas.microsoft.com/office/drawing/2016/ink" Requires="p14 aink">
              <p:contentPart p14:bwMode="auto" r:id="rId29">
                <p14:nvContentPartPr>
                  <p14:cNvPr id="28" name="Ink 27">
                    <a:extLst>
                      <a:ext uri="{FF2B5EF4-FFF2-40B4-BE49-F238E27FC236}">
                        <a16:creationId xmlns:a16="http://schemas.microsoft.com/office/drawing/2014/main" id="{145ED75B-233F-DF7B-8D6C-F7B15E851C3D}"/>
                      </a:ext>
                    </a:extLst>
                  </p14:cNvPr>
                  <p14:cNvContentPartPr/>
                  <p14:nvPr/>
                </p14:nvContentPartPr>
                <p14:xfrm>
                  <a:off x="512800" y="4347800"/>
                  <a:ext cx="311040" cy="178560"/>
                </p14:xfrm>
              </p:contentPart>
            </mc:Choice>
            <mc:Fallback>
              <p:pic>
                <p:nvPicPr>
                  <p:cNvPr id="28" name="Ink 27">
                    <a:extLst>
                      <a:ext uri="{FF2B5EF4-FFF2-40B4-BE49-F238E27FC236}">
                        <a16:creationId xmlns:a16="http://schemas.microsoft.com/office/drawing/2014/main" id="{145ED75B-233F-DF7B-8D6C-F7B15E851C3D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495500" y="4331892"/>
                    <a:ext cx="345992" cy="2107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xmlns:aink="http://schemas.microsoft.com/office/drawing/2016/ink" Requires="p14 aink">
              <p:contentPart p14:bwMode="auto" r:id="rId31">
                <p14:nvContentPartPr>
                  <p14:cNvPr id="29" name="Ink 28">
                    <a:extLst>
                      <a:ext uri="{FF2B5EF4-FFF2-40B4-BE49-F238E27FC236}">
                        <a16:creationId xmlns:a16="http://schemas.microsoft.com/office/drawing/2014/main" id="{5765BBCE-E3A4-872A-7853-E0C4C88975C6}"/>
                      </a:ext>
                    </a:extLst>
                  </p14:cNvPr>
                  <p14:cNvContentPartPr/>
                  <p14:nvPr/>
                </p14:nvContentPartPr>
                <p14:xfrm>
                  <a:off x="1396960" y="3971960"/>
                  <a:ext cx="1526040" cy="132840"/>
                </p14:xfrm>
              </p:contentPart>
            </mc:Choice>
            <mc:Fallback>
              <p:pic>
                <p:nvPicPr>
                  <p:cNvPr id="29" name="Ink 28">
                    <a:extLst>
                      <a:ext uri="{FF2B5EF4-FFF2-40B4-BE49-F238E27FC236}">
                        <a16:creationId xmlns:a16="http://schemas.microsoft.com/office/drawing/2014/main" id="{5765BBCE-E3A4-872A-7853-E0C4C88975C6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1379293" y="3956045"/>
                    <a:ext cx="1561020" cy="16499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xmlns:aink="http://schemas.microsoft.com/office/drawing/2016/ink" Requires="p14 aink">
              <p:contentPart p14:bwMode="auto" r:id="rId33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722C20B9-E86E-BAD5-91BD-5778A5D1DAB1}"/>
                      </a:ext>
                    </a:extLst>
                  </p14:cNvPr>
                  <p14:cNvContentPartPr/>
                  <p14:nvPr/>
                </p14:nvContentPartPr>
                <p14:xfrm>
                  <a:off x="792160" y="4200920"/>
                  <a:ext cx="1964880" cy="620280"/>
                </p14:xfrm>
              </p:contentPart>
            </mc:Choice>
            <mc:Fallback>
              <p:pic>
                <p:nvPicPr>
                  <p:cNvPr id="31" name="Ink 30">
                    <a:extLst>
                      <a:ext uri="{FF2B5EF4-FFF2-40B4-BE49-F238E27FC236}">
                        <a16:creationId xmlns:a16="http://schemas.microsoft.com/office/drawing/2014/main" id="{722C20B9-E86E-BAD5-91BD-5778A5D1DAB1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774850" y="4184682"/>
                    <a:ext cx="1999854" cy="652431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D07A321-3F27-149F-8952-BC4FC45EF03E}"/>
                    </a:ext>
                  </a:extLst>
                </p14:cNvPr>
                <p14:cNvContentPartPr/>
                <p14:nvPr/>
              </p14:nvContentPartPr>
              <p14:xfrm>
                <a:off x="789120" y="7696000"/>
                <a:ext cx="277560" cy="889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D07A321-3F27-149F-8952-BC4FC45EF03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71817" y="7680087"/>
                  <a:ext cx="312520" cy="921351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BEDE644-290C-CB0A-3159-80B5430690C7}"/>
                </a:ext>
              </a:extLst>
            </p:cNvPr>
            <p:cNvSpPr/>
            <p:nvPr/>
          </p:nvSpPr>
          <p:spPr>
            <a:xfrm>
              <a:off x="5850000" y="3304800"/>
              <a:ext cx="2520000" cy="720000"/>
            </a:xfrm>
            <a:prstGeom prst="ellipse">
              <a:avLst/>
            </a:prstGeom>
            <a:gradFill>
              <a:gsLst>
                <a:gs pos="1000">
                  <a:srgbClr val="B4C0D6">
                    <a:alpha val="5000"/>
                  </a:srgbClr>
                </a:gs>
                <a:gs pos="25000">
                  <a:srgbClr val="DFECF9">
                    <a:alpha val="5000"/>
                  </a:srgbClr>
                </a:gs>
                <a:gs pos="48000">
                  <a:srgbClr val="B4C0D6">
                    <a:alpha val="5000"/>
                  </a:srgbClr>
                </a:gs>
                <a:gs pos="69000">
                  <a:srgbClr val="DFECF9">
                    <a:alpha val="5000"/>
                  </a:srgbClr>
                </a:gs>
                <a:gs pos="86000">
                  <a:srgbClr val="B4C0D6">
                    <a:alpha val="5000"/>
                  </a:srgbClr>
                </a:gs>
                <a:gs pos="100000">
                  <a:srgbClr val="DFECF9">
                    <a:alpha val="5000"/>
                  </a:srgbClr>
                </a:gs>
              </a:gsLst>
            </a:gradFill>
            <a:ln w="36000">
              <a:gradFill>
                <a:gsLst>
                  <a:gs pos="1000">
                    <a:srgbClr val="B4C0D6"/>
                  </a:gs>
                  <a:gs pos="25000">
                    <a:srgbClr val="DFECF9"/>
                  </a:gs>
                  <a:gs pos="48000">
                    <a:srgbClr val="B4C0D6"/>
                  </a:gs>
                  <a:gs pos="69000">
                    <a:srgbClr val="DFECF9"/>
                  </a:gs>
                  <a:gs pos="86000">
                    <a:srgbClr val="B4C0D6"/>
                  </a:gs>
                  <a:gs pos="100000">
                    <a:srgbClr val="DFECF9"/>
                  </a:gs>
                </a:gsLst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B4C3DA"/>
                </a:solidFill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5A69E5F1-7386-A308-FC2D-691E67CE32CC}"/>
                </a:ext>
              </a:extLst>
            </p:cNvPr>
            <p:cNvSpPr/>
            <p:nvPr/>
          </p:nvSpPr>
          <p:spPr>
            <a:xfrm>
              <a:off x="1055160" y="8114400"/>
              <a:ext cx="1620000" cy="1080000"/>
            </a:xfrm>
            <a:prstGeom prst="ellipse">
              <a:avLst/>
            </a:prstGeom>
            <a:solidFill>
              <a:srgbClr val="FFC114">
                <a:alpha val="5000"/>
              </a:srgbClr>
            </a:solidFill>
            <a:ln w="36000">
              <a:solidFill>
                <a:srgbClr val="FFC11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C114"/>
                </a:solidFill>
              </a:endParaRPr>
            </a:p>
          </p:txBody>
        </p:sp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2C639E3-B108-3EB7-A9EE-23BDDA4205EC}"/>
                    </a:ext>
                  </a:extLst>
                </p14:cNvPr>
                <p14:cNvContentPartPr/>
                <p14:nvPr/>
              </p14:nvContentPartPr>
              <p14:xfrm>
                <a:off x="3301920" y="8900200"/>
                <a:ext cx="360" cy="10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2C639E3-B108-3EB7-A9EE-23BDDA4205E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283920" y="8883942"/>
                  <a:ext cx="36000" cy="422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8CFE137-4D28-8E42-3CD0-2A25AB564D46}"/>
                    </a:ext>
                  </a:extLst>
                </p14:cNvPr>
                <p14:cNvContentPartPr/>
                <p14:nvPr/>
              </p14:nvContentPartPr>
              <p14:xfrm>
                <a:off x="5870520" y="3413440"/>
                <a:ext cx="2160" cy="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8CFE137-4D28-8E42-3CD0-2A25AB564D4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852880" y="3395800"/>
                  <a:ext cx="37800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4E976FFC-A111-2E92-D2B0-190D8DBB20A5}"/>
                </a:ext>
              </a:extLst>
            </p:cNvPr>
            <p:cNvGrpSpPr/>
            <p:nvPr/>
          </p:nvGrpSpPr>
          <p:grpSpPr>
            <a:xfrm>
              <a:off x="3972240" y="3410560"/>
              <a:ext cx="2053080" cy="907560"/>
              <a:chOff x="3972240" y="3410560"/>
              <a:chExt cx="2053080" cy="90756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41">
                <p14:nvContentPartPr>
                  <p14:cNvPr id="93" name="Ink 92">
                    <a:extLst>
                      <a:ext uri="{FF2B5EF4-FFF2-40B4-BE49-F238E27FC236}">
                        <a16:creationId xmlns:a16="http://schemas.microsoft.com/office/drawing/2014/main" id="{7BF02C17-BFA7-F83A-B295-CD03DD22990A}"/>
                      </a:ext>
                    </a:extLst>
                  </p14:cNvPr>
                  <p14:cNvContentPartPr/>
                  <p14:nvPr/>
                </p14:nvContentPartPr>
                <p14:xfrm>
                  <a:off x="5528160" y="3410560"/>
                  <a:ext cx="497160" cy="171360"/>
                </p14:xfrm>
              </p:contentPart>
            </mc:Choice>
            <mc:Fallback>
              <p:pic>
                <p:nvPicPr>
                  <p:cNvPr id="93" name="Ink 92">
                    <a:extLst>
                      <a:ext uri="{FF2B5EF4-FFF2-40B4-BE49-F238E27FC236}">
                        <a16:creationId xmlns:a16="http://schemas.microsoft.com/office/drawing/2014/main" id="{7BF02C17-BFA7-F83A-B295-CD03DD22990A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5510846" y="3394333"/>
                    <a:ext cx="532141" cy="20349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3">
                <p14:nvContentPartPr>
                  <p14:cNvPr id="94" name="Ink 93">
                    <a:extLst>
                      <a:ext uri="{FF2B5EF4-FFF2-40B4-BE49-F238E27FC236}">
                        <a16:creationId xmlns:a16="http://schemas.microsoft.com/office/drawing/2014/main" id="{7D742CF0-0EFC-FE06-B909-806AB953F4A7}"/>
                      </a:ext>
                    </a:extLst>
                  </p14:cNvPr>
                  <p14:cNvContentPartPr/>
                  <p14:nvPr/>
                </p14:nvContentPartPr>
                <p14:xfrm>
                  <a:off x="3972240" y="3663640"/>
                  <a:ext cx="52200" cy="372600"/>
                </p14:xfrm>
              </p:contentPart>
            </mc:Choice>
            <mc:Fallback>
              <p:pic>
                <p:nvPicPr>
                  <p:cNvPr id="94" name="Ink 93">
                    <a:extLst>
                      <a:ext uri="{FF2B5EF4-FFF2-40B4-BE49-F238E27FC236}">
                        <a16:creationId xmlns:a16="http://schemas.microsoft.com/office/drawing/2014/main" id="{7D742CF0-0EFC-FE06-B909-806AB953F4A7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3954840" y="3647722"/>
                    <a:ext cx="87355" cy="404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5">
                <p14:nvContentPartPr>
                  <p14:cNvPr id="95" name="Ink 94">
                    <a:extLst>
                      <a:ext uri="{FF2B5EF4-FFF2-40B4-BE49-F238E27FC236}">
                        <a16:creationId xmlns:a16="http://schemas.microsoft.com/office/drawing/2014/main" id="{310C48B2-C8BC-83CD-3786-18D37AD3947B}"/>
                      </a:ext>
                    </a:extLst>
                  </p14:cNvPr>
                  <p14:cNvContentPartPr/>
                  <p14:nvPr/>
                </p14:nvContentPartPr>
                <p14:xfrm>
                  <a:off x="4010760" y="3821320"/>
                  <a:ext cx="152280" cy="39600"/>
                </p14:xfrm>
              </p:contentPart>
            </mc:Choice>
            <mc:Fallback>
              <p:pic>
                <p:nvPicPr>
                  <p:cNvPr id="95" name="Ink 94">
                    <a:extLst>
                      <a:ext uri="{FF2B5EF4-FFF2-40B4-BE49-F238E27FC236}">
                        <a16:creationId xmlns:a16="http://schemas.microsoft.com/office/drawing/2014/main" id="{310C48B2-C8BC-83CD-3786-18D37AD3947B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3993094" y="3805415"/>
                    <a:ext cx="187258" cy="717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7">
                <p14:nvContentPartPr>
                  <p14:cNvPr id="96" name="Ink 95">
                    <a:extLst>
                      <a:ext uri="{FF2B5EF4-FFF2-40B4-BE49-F238E27FC236}">
                        <a16:creationId xmlns:a16="http://schemas.microsoft.com/office/drawing/2014/main" id="{EFBFF4F4-1C2C-BDD5-4E08-1EB53BD7A943}"/>
                      </a:ext>
                    </a:extLst>
                  </p14:cNvPr>
                  <p14:cNvContentPartPr/>
                  <p14:nvPr/>
                </p14:nvContentPartPr>
                <p14:xfrm>
                  <a:off x="4185720" y="3626920"/>
                  <a:ext cx="30960" cy="488880"/>
                </p14:xfrm>
              </p:contentPart>
            </mc:Choice>
            <mc:Fallback>
              <p:pic>
                <p:nvPicPr>
                  <p:cNvPr id="96" name="Ink 95">
                    <a:extLst>
                      <a:ext uri="{FF2B5EF4-FFF2-40B4-BE49-F238E27FC236}">
                        <a16:creationId xmlns:a16="http://schemas.microsoft.com/office/drawing/2014/main" id="{EFBFF4F4-1C2C-BDD5-4E08-1EB53BD7A943}"/>
                      </a:ext>
                    </a:extLst>
                  </p:cNvPr>
                  <p:cNvPicPr/>
                  <p:nvPr/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4168481" y="3611003"/>
                    <a:ext cx="65790" cy="5210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9">
                <p14:nvContentPartPr>
                  <p14:cNvPr id="97" name="Ink 96">
                    <a:extLst>
                      <a:ext uri="{FF2B5EF4-FFF2-40B4-BE49-F238E27FC236}">
                        <a16:creationId xmlns:a16="http://schemas.microsoft.com/office/drawing/2014/main" id="{8AF1E94C-ABF2-19AE-F83D-05ADAF90B0E5}"/>
                      </a:ext>
                    </a:extLst>
                  </p14:cNvPr>
                  <p14:cNvContentPartPr/>
                  <p14:nvPr/>
                </p14:nvContentPartPr>
                <p14:xfrm>
                  <a:off x="4277160" y="3850480"/>
                  <a:ext cx="42120" cy="209880"/>
                </p14:xfrm>
              </p:contentPart>
            </mc:Choice>
            <mc:Fallback>
              <p:pic>
                <p:nvPicPr>
                  <p:cNvPr id="97" name="Ink 96">
                    <a:extLst>
                      <a:ext uri="{FF2B5EF4-FFF2-40B4-BE49-F238E27FC236}">
                        <a16:creationId xmlns:a16="http://schemas.microsoft.com/office/drawing/2014/main" id="{8AF1E94C-ABF2-19AE-F83D-05ADAF90B0E5}"/>
                      </a:ext>
                    </a:extLst>
                  </p:cNvPr>
                  <p:cNvPicPr/>
                  <p:nvPr/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4259816" y="3834235"/>
                    <a:ext cx="77161" cy="2420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1">
                <p14:nvContentPartPr>
                  <p14:cNvPr id="98" name="Ink 97">
                    <a:extLst>
                      <a:ext uri="{FF2B5EF4-FFF2-40B4-BE49-F238E27FC236}">
                        <a16:creationId xmlns:a16="http://schemas.microsoft.com/office/drawing/2014/main" id="{955B8538-60B1-FD1A-0D6D-7DD03B105A82}"/>
                      </a:ext>
                    </a:extLst>
                  </p14:cNvPr>
                  <p14:cNvContentPartPr/>
                  <p14:nvPr/>
                </p14:nvContentPartPr>
                <p14:xfrm>
                  <a:off x="4285440" y="3639160"/>
                  <a:ext cx="74520" cy="100080"/>
                </p14:xfrm>
              </p:contentPart>
            </mc:Choice>
            <mc:Fallback>
              <p:pic>
                <p:nvPicPr>
                  <p:cNvPr id="98" name="Ink 97">
                    <a:extLst>
                      <a:ext uri="{FF2B5EF4-FFF2-40B4-BE49-F238E27FC236}">
                        <a16:creationId xmlns:a16="http://schemas.microsoft.com/office/drawing/2014/main" id="{955B8538-60B1-FD1A-0D6D-7DD03B105A82}"/>
                      </a:ext>
                    </a:extLst>
                  </p:cNvPr>
                  <p:cNvPicPr/>
                  <p:nvPr/>
                </p:nvPicPr>
                <p:blipFill>
                  <a:blip r:embed="rId52"/>
                  <a:stretch>
                    <a:fillRect/>
                  </a:stretch>
                </p:blipFill>
                <p:spPr>
                  <a:xfrm>
                    <a:off x="4268134" y="3623238"/>
                    <a:ext cx="109484" cy="1322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3">
                <p14:nvContentPartPr>
                  <p14:cNvPr id="99" name="Ink 98">
                    <a:extLst>
                      <a:ext uri="{FF2B5EF4-FFF2-40B4-BE49-F238E27FC236}">
                        <a16:creationId xmlns:a16="http://schemas.microsoft.com/office/drawing/2014/main" id="{41B37B03-7FB8-ED21-2F94-FB48E9D40B37}"/>
                      </a:ext>
                    </a:extLst>
                  </p14:cNvPr>
                  <p14:cNvContentPartPr/>
                  <p14:nvPr/>
                </p14:nvContentPartPr>
                <p14:xfrm>
                  <a:off x="4398840" y="3842920"/>
                  <a:ext cx="167760" cy="188280"/>
                </p14:xfrm>
              </p:contentPart>
            </mc:Choice>
            <mc:Fallback>
              <p:pic>
                <p:nvPicPr>
                  <p:cNvPr id="99" name="Ink 98">
                    <a:extLst>
                      <a:ext uri="{FF2B5EF4-FFF2-40B4-BE49-F238E27FC236}">
                        <a16:creationId xmlns:a16="http://schemas.microsoft.com/office/drawing/2014/main" id="{41B37B03-7FB8-ED21-2F94-FB48E9D40B37}"/>
                      </a:ext>
                    </a:extLst>
                  </p:cNvPr>
                  <p:cNvPicPr/>
                  <p:nvPr/>
                </p:nvPicPr>
                <p:blipFill>
                  <a:blip r:embed="rId54"/>
                  <a:stretch>
                    <a:fillRect/>
                  </a:stretch>
                </p:blipFill>
                <p:spPr>
                  <a:xfrm>
                    <a:off x="4381534" y="3827014"/>
                    <a:ext cx="202725" cy="22041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5">
                <p14:nvContentPartPr>
                  <p14:cNvPr id="100" name="Ink 99">
                    <a:extLst>
                      <a:ext uri="{FF2B5EF4-FFF2-40B4-BE49-F238E27FC236}">
                        <a16:creationId xmlns:a16="http://schemas.microsoft.com/office/drawing/2014/main" id="{EC27A968-2A09-25A5-B26B-B2B8CBF960D1}"/>
                      </a:ext>
                    </a:extLst>
                  </p14:cNvPr>
                  <p14:cNvContentPartPr/>
                  <p14:nvPr/>
                </p14:nvContentPartPr>
                <p14:xfrm>
                  <a:off x="4624200" y="3538000"/>
                  <a:ext cx="185760" cy="476640"/>
                </p14:xfrm>
              </p:contentPart>
            </mc:Choice>
            <mc:Fallback>
              <p:pic>
                <p:nvPicPr>
                  <p:cNvPr id="100" name="Ink 99">
                    <a:extLst>
                      <a:ext uri="{FF2B5EF4-FFF2-40B4-BE49-F238E27FC236}">
                        <a16:creationId xmlns:a16="http://schemas.microsoft.com/office/drawing/2014/main" id="{EC27A968-2A09-25A5-B26B-B2B8CBF960D1}"/>
                      </a:ext>
                    </a:extLst>
                  </p:cNvPr>
                  <p:cNvPicPr/>
                  <p:nvPr/>
                </p:nvPicPr>
                <p:blipFill>
                  <a:blip r:embed="rId56"/>
                  <a:stretch>
                    <a:fillRect/>
                  </a:stretch>
                </p:blipFill>
                <p:spPr>
                  <a:xfrm>
                    <a:off x="4606542" y="3522080"/>
                    <a:ext cx="220722" cy="5088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7">
                <p14:nvContentPartPr>
                  <p14:cNvPr id="101" name="Ink 100">
                    <a:extLst>
                      <a:ext uri="{FF2B5EF4-FFF2-40B4-BE49-F238E27FC236}">
                        <a16:creationId xmlns:a16="http://schemas.microsoft.com/office/drawing/2014/main" id="{DD4A7740-A164-6018-E886-C43E589CAB9C}"/>
                      </a:ext>
                    </a:extLst>
                  </p14:cNvPr>
                  <p14:cNvContentPartPr/>
                  <p14:nvPr/>
                </p14:nvContentPartPr>
                <p14:xfrm>
                  <a:off x="4884480" y="3716200"/>
                  <a:ext cx="199800" cy="338760"/>
                </p14:xfrm>
              </p:contentPart>
            </mc:Choice>
            <mc:Fallback>
              <p:pic>
                <p:nvPicPr>
                  <p:cNvPr id="101" name="Ink 100">
                    <a:extLst>
                      <a:ext uri="{FF2B5EF4-FFF2-40B4-BE49-F238E27FC236}">
                        <a16:creationId xmlns:a16="http://schemas.microsoft.com/office/drawing/2014/main" id="{DD4A7740-A164-6018-E886-C43E589CAB9C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4867183" y="3699960"/>
                    <a:ext cx="234747" cy="37091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9">
                <p14:nvContentPartPr>
                  <p14:cNvPr id="102" name="Ink 101">
                    <a:extLst>
                      <a:ext uri="{FF2B5EF4-FFF2-40B4-BE49-F238E27FC236}">
                        <a16:creationId xmlns:a16="http://schemas.microsoft.com/office/drawing/2014/main" id="{FFB2656E-2853-F23E-9CF4-6E8DA38B714C}"/>
                      </a:ext>
                    </a:extLst>
                  </p14:cNvPr>
                  <p14:cNvContentPartPr/>
                  <p14:nvPr/>
                </p14:nvContentPartPr>
                <p14:xfrm>
                  <a:off x="5150880" y="3769120"/>
                  <a:ext cx="360" cy="196200"/>
                </p14:xfrm>
              </p:contentPart>
            </mc:Choice>
            <mc:Fallback>
              <p:pic>
                <p:nvPicPr>
                  <p:cNvPr id="102" name="Ink 101">
                    <a:extLst>
                      <a:ext uri="{FF2B5EF4-FFF2-40B4-BE49-F238E27FC236}">
                        <a16:creationId xmlns:a16="http://schemas.microsoft.com/office/drawing/2014/main" id="{FFB2656E-2853-F23E-9CF4-6E8DA38B714C}"/>
                      </a:ext>
                    </a:extLst>
                  </p:cNvPr>
                  <p:cNvPicPr/>
                  <p:nvPr/>
                </p:nvPicPr>
                <p:blipFill>
                  <a:blip r:embed="rId60"/>
                  <a:stretch>
                    <a:fillRect/>
                  </a:stretch>
                </p:blipFill>
                <p:spPr>
                  <a:xfrm>
                    <a:off x="5133240" y="3753203"/>
                    <a:ext cx="36000" cy="22835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1">
                <p14:nvContentPartPr>
                  <p14:cNvPr id="103" name="Ink 102">
                    <a:extLst>
                      <a:ext uri="{FF2B5EF4-FFF2-40B4-BE49-F238E27FC236}">
                        <a16:creationId xmlns:a16="http://schemas.microsoft.com/office/drawing/2014/main" id="{54E8D166-855D-E981-6ECD-AE7301EBB267}"/>
                      </a:ext>
                    </a:extLst>
                  </p14:cNvPr>
                  <p14:cNvContentPartPr/>
                  <p14:nvPr/>
                </p14:nvContentPartPr>
                <p14:xfrm>
                  <a:off x="5098320" y="3483640"/>
                  <a:ext cx="142920" cy="143640"/>
                </p14:xfrm>
              </p:contentPart>
            </mc:Choice>
            <mc:Fallback>
              <p:pic>
                <p:nvPicPr>
                  <p:cNvPr id="103" name="Ink 102">
                    <a:extLst>
                      <a:ext uri="{FF2B5EF4-FFF2-40B4-BE49-F238E27FC236}">
                        <a16:creationId xmlns:a16="http://schemas.microsoft.com/office/drawing/2014/main" id="{54E8D166-855D-E981-6ECD-AE7301EBB267}"/>
                      </a:ext>
                    </a:extLst>
                  </p:cNvPr>
                  <p:cNvPicPr/>
                  <p:nvPr/>
                </p:nvPicPr>
                <p:blipFill>
                  <a:blip r:embed="rId62"/>
                  <a:stretch>
                    <a:fillRect/>
                  </a:stretch>
                </p:blipFill>
                <p:spPr>
                  <a:xfrm>
                    <a:off x="5080986" y="3467391"/>
                    <a:ext cx="177942" cy="17581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3">
                <p14:nvContentPartPr>
                  <p14:cNvPr id="104" name="Ink 103">
                    <a:extLst>
                      <a:ext uri="{FF2B5EF4-FFF2-40B4-BE49-F238E27FC236}">
                        <a16:creationId xmlns:a16="http://schemas.microsoft.com/office/drawing/2014/main" id="{6E8A9136-2F26-0EBB-DB22-FEB688436138}"/>
                      </a:ext>
                    </a:extLst>
                  </p14:cNvPr>
                  <p14:cNvContentPartPr/>
                  <p14:nvPr/>
                </p14:nvContentPartPr>
                <p14:xfrm>
                  <a:off x="5218560" y="3753640"/>
                  <a:ext cx="147240" cy="459720"/>
                </p14:xfrm>
              </p:contentPart>
            </mc:Choice>
            <mc:Fallback>
              <p:pic>
                <p:nvPicPr>
                  <p:cNvPr id="104" name="Ink 103">
                    <a:extLst>
                      <a:ext uri="{FF2B5EF4-FFF2-40B4-BE49-F238E27FC236}">
                        <a16:creationId xmlns:a16="http://schemas.microsoft.com/office/drawing/2014/main" id="{6E8A9136-2F26-0EBB-DB22-FEB688436138}"/>
                      </a:ext>
                    </a:extLst>
                  </p:cNvPr>
                  <p:cNvPicPr/>
                  <p:nvPr/>
                </p:nvPicPr>
                <p:blipFill>
                  <a:blip r:embed="rId64"/>
                  <a:stretch>
                    <a:fillRect/>
                  </a:stretch>
                </p:blipFill>
                <p:spPr>
                  <a:xfrm>
                    <a:off x="5201258" y="3737395"/>
                    <a:ext cx="182196" cy="49188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5">
                <p14:nvContentPartPr>
                  <p14:cNvPr id="106" name="Ink 105">
                    <a:extLst>
                      <a:ext uri="{FF2B5EF4-FFF2-40B4-BE49-F238E27FC236}">
                        <a16:creationId xmlns:a16="http://schemas.microsoft.com/office/drawing/2014/main" id="{CB908211-1ACA-9E5D-CE82-90B84C11E0DE}"/>
                      </a:ext>
                    </a:extLst>
                  </p14:cNvPr>
                  <p14:cNvContentPartPr/>
                  <p14:nvPr/>
                </p14:nvContentPartPr>
                <p14:xfrm>
                  <a:off x="5414400" y="3667600"/>
                  <a:ext cx="241560" cy="376920"/>
                </p14:xfrm>
              </p:contentPart>
            </mc:Choice>
            <mc:Fallback>
              <p:pic>
                <p:nvPicPr>
                  <p:cNvPr id="106" name="Ink 105">
                    <a:extLst>
                      <a:ext uri="{FF2B5EF4-FFF2-40B4-BE49-F238E27FC236}">
                        <a16:creationId xmlns:a16="http://schemas.microsoft.com/office/drawing/2014/main" id="{CB908211-1ACA-9E5D-CE82-90B84C11E0DE}"/>
                      </a:ext>
                    </a:extLst>
                  </p:cNvPr>
                  <p:cNvPicPr/>
                  <p:nvPr/>
                </p:nvPicPr>
                <p:blipFill>
                  <a:blip r:embed="rId66"/>
                  <a:stretch>
                    <a:fillRect/>
                  </a:stretch>
                </p:blipFill>
                <p:spPr>
                  <a:xfrm>
                    <a:off x="5396716" y="3651353"/>
                    <a:ext cx="276574" cy="40908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7">
                <p14:nvContentPartPr>
                  <p14:cNvPr id="107" name="Ink 106">
                    <a:extLst>
                      <a:ext uri="{FF2B5EF4-FFF2-40B4-BE49-F238E27FC236}">
                        <a16:creationId xmlns:a16="http://schemas.microsoft.com/office/drawing/2014/main" id="{C041E082-D884-45D5-FB18-5E4115728F7A}"/>
                      </a:ext>
                    </a:extLst>
                  </p14:cNvPr>
                  <p14:cNvContentPartPr/>
                  <p14:nvPr/>
                </p14:nvContentPartPr>
                <p14:xfrm>
                  <a:off x="5668560" y="3647440"/>
                  <a:ext cx="146160" cy="368280"/>
                </p14:xfrm>
              </p:contentPart>
            </mc:Choice>
            <mc:Fallback>
              <p:pic>
                <p:nvPicPr>
                  <p:cNvPr id="107" name="Ink 106">
                    <a:extLst>
                      <a:ext uri="{FF2B5EF4-FFF2-40B4-BE49-F238E27FC236}">
                        <a16:creationId xmlns:a16="http://schemas.microsoft.com/office/drawing/2014/main" id="{C041E082-D884-45D5-FB18-5E4115728F7A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5650865" y="3631202"/>
                    <a:ext cx="181196" cy="4004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9">
                <p14:nvContentPartPr>
                  <p14:cNvPr id="108" name="Ink 107">
                    <a:extLst>
                      <a:ext uri="{FF2B5EF4-FFF2-40B4-BE49-F238E27FC236}">
                        <a16:creationId xmlns:a16="http://schemas.microsoft.com/office/drawing/2014/main" id="{DB1C26F9-F794-03A4-6241-8FC8E3ABB0B5}"/>
                      </a:ext>
                    </a:extLst>
                  </p14:cNvPr>
                  <p14:cNvContentPartPr/>
                  <p14:nvPr/>
                </p14:nvContentPartPr>
                <p14:xfrm>
                  <a:off x="5626080" y="3748960"/>
                  <a:ext cx="166680" cy="360"/>
                </p14:xfrm>
              </p:contentPart>
            </mc:Choice>
            <mc:Fallback>
              <p:pic>
                <p:nvPicPr>
                  <p:cNvPr id="108" name="Ink 107">
                    <a:extLst>
                      <a:ext uri="{FF2B5EF4-FFF2-40B4-BE49-F238E27FC236}">
                        <a16:creationId xmlns:a16="http://schemas.microsoft.com/office/drawing/2014/main" id="{DB1C26F9-F794-03A4-6241-8FC8E3ABB0B5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5608776" y="3730960"/>
                    <a:ext cx="20164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1">
                <p14:nvContentPartPr>
                  <p14:cNvPr id="110" name="Ink 109">
                    <a:extLst>
                      <a:ext uri="{FF2B5EF4-FFF2-40B4-BE49-F238E27FC236}">
                        <a16:creationId xmlns:a16="http://schemas.microsoft.com/office/drawing/2014/main" id="{EE2250EE-6D75-52AB-C6F4-7223BFA43543}"/>
                      </a:ext>
                    </a:extLst>
                  </p14:cNvPr>
                  <p14:cNvContentPartPr/>
                  <p14:nvPr/>
                </p14:nvContentPartPr>
                <p14:xfrm>
                  <a:off x="4063680" y="4183840"/>
                  <a:ext cx="766440" cy="12240"/>
                </p14:xfrm>
              </p:contentPart>
            </mc:Choice>
            <mc:Fallback>
              <p:pic>
                <p:nvPicPr>
                  <p:cNvPr id="110" name="Ink 109">
                    <a:extLst>
                      <a:ext uri="{FF2B5EF4-FFF2-40B4-BE49-F238E27FC236}">
                        <a16:creationId xmlns:a16="http://schemas.microsoft.com/office/drawing/2014/main" id="{EE2250EE-6D75-52AB-C6F4-7223BFA43543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4046365" y="4168057"/>
                    <a:ext cx="801423" cy="4412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3">
                <p14:nvContentPartPr>
                  <p14:cNvPr id="111" name="Ink 110">
                    <a:extLst>
                      <a:ext uri="{FF2B5EF4-FFF2-40B4-BE49-F238E27FC236}">
                        <a16:creationId xmlns:a16="http://schemas.microsoft.com/office/drawing/2014/main" id="{7972F817-7F99-2A01-FA95-67F4DA109540}"/>
                      </a:ext>
                    </a:extLst>
                  </p14:cNvPr>
                  <p14:cNvContentPartPr/>
                  <p14:nvPr/>
                </p14:nvContentPartPr>
                <p14:xfrm>
                  <a:off x="4470120" y="4317760"/>
                  <a:ext cx="774000" cy="360"/>
                </p14:xfrm>
              </p:contentPart>
            </mc:Choice>
            <mc:Fallback>
              <p:pic>
                <p:nvPicPr>
                  <p:cNvPr id="111" name="Ink 110">
                    <a:extLst>
                      <a:ext uri="{FF2B5EF4-FFF2-40B4-BE49-F238E27FC236}">
                        <a16:creationId xmlns:a16="http://schemas.microsoft.com/office/drawing/2014/main" id="{7972F817-7F99-2A01-FA95-67F4DA109540}"/>
                      </a:ext>
                    </a:extLst>
                  </p:cNvPr>
                  <p:cNvPicPr/>
                  <p:nvPr/>
                </p:nvPicPr>
                <p:blipFill>
                  <a:blip r:embed="rId74"/>
                  <a:stretch>
                    <a:fillRect/>
                  </a:stretch>
                </p:blipFill>
                <p:spPr>
                  <a:xfrm>
                    <a:off x="4452810" y="4300120"/>
                    <a:ext cx="808973" cy="360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2DD8CA0D-4417-60EA-A6FE-3EFD38807CD0}"/>
                </a:ext>
              </a:extLst>
            </p:cNvPr>
            <p:cNvGrpSpPr/>
            <p:nvPr/>
          </p:nvGrpSpPr>
          <p:grpSpPr>
            <a:xfrm>
              <a:off x="537720" y="7269000"/>
              <a:ext cx="1600920" cy="789480"/>
              <a:chOff x="537720" y="7269000"/>
              <a:chExt cx="1600920" cy="7894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75">
                <p14:nvContentPartPr>
                  <p14:cNvPr id="113" name="Ink 112">
                    <a:extLst>
                      <a:ext uri="{FF2B5EF4-FFF2-40B4-BE49-F238E27FC236}">
                        <a16:creationId xmlns:a16="http://schemas.microsoft.com/office/drawing/2014/main" id="{D7066B25-DD95-7F4D-97FF-930883AB5C58}"/>
                      </a:ext>
                    </a:extLst>
                  </p14:cNvPr>
                  <p14:cNvContentPartPr/>
                  <p14:nvPr/>
                </p14:nvContentPartPr>
                <p14:xfrm>
                  <a:off x="554280" y="7404000"/>
                  <a:ext cx="9720" cy="386640"/>
                </p14:xfrm>
              </p:contentPart>
            </mc:Choice>
            <mc:Fallback>
              <p:pic>
                <p:nvPicPr>
                  <p:cNvPr id="113" name="Ink 112">
                    <a:extLst>
                      <a:ext uri="{FF2B5EF4-FFF2-40B4-BE49-F238E27FC236}">
                        <a16:creationId xmlns:a16="http://schemas.microsoft.com/office/drawing/2014/main" id="{D7066B25-DD95-7F4D-97FF-930883AB5C58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536640" y="7387755"/>
                    <a:ext cx="45360" cy="4188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7">
                <p14:nvContentPartPr>
                  <p14:cNvPr id="114" name="Ink 113">
                    <a:extLst>
                      <a:ext uri="{FF2B5EF4-FFF2-40B4-BE49-F238E27FC236}">
                        <a16:creationId xmlns:a16="http://schemas.microsoft.com/office/drawing/2014/main" id="{E4034A08-4A4A-CA9D-8F9E-3279A787FC77}"/>
                      </a:ext>
                    </a:extLst>
                  </p14:cNvPr>
                  <p14:cNvContentPartPr/>
                  <p14:nvPr/>
                </p14:nvContentPartPr>
                <p14:xfrm>
                  <a:off x="537720" y="7287000"/>
                  <a:ext cx="287640" cy="219960"/>
                </p14:xfrm>
              </p:contentPart>
            </mc:Choice>
            <mc:Fallback>
              <p:pic>
                <p:nvPicPr>
                  <p:cNvPr id="114" name="Ink 113">
                    <a:extLst>
                      <a:ext uri="{FF2B5EF4-FFF2-40B4-BE49-F238E27FC236}">
                        <a16:creationId xmlns:a16="http://schemas.microsoft.com/office/drawing/2014/main" id="{E4034A08-4A4A-CA9D-8F9E-3279A787FC77}"/>
                      </a:ext>
                    </a:extLst>
                  </p:cNvPr>
                  <p:cNvPicPr/>
                  <p:nvPr/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520405" y="7270755"/>
                    <a:ext cx="322623" cy="25212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9">
                <p14:nvContentPartPr>
                  <p14:cNvPr id="115" name="Ink 114">
                    <a:extLst>
                      <a:ext uri="{FF2B5EF4-FFF2-40B4-BE49-F238E27FC236}">
                        <a16:creationId xmlns:a16="http://schemas.microsoft.com/office/drawing/2014/main" id="{D269EFFD-9193-19FB-B941-DA809BB11DB3}"/>
                      </a:ext>
                    </a:extLst>
                  </p14:cNvPr>
                  <p14:cNvContentPartPr/>
                  <p14:nvPr/>
                </p14:nvContentPartPr>
                <p14:xfrm>
                  <a:off x="914280" y="7296360"/>
                  <a:ext cx="231120" cy="295920"/>
                </p14:xfrm>
              </p:contentPart>
            </mc:Choice>
            <mc:Fallback>
              <p:pic>
                <p:nvPicPr>
                  <p:cNvPr id="115" name="Ink 114">
                    <a:extLst>
                      <a:ext uri="{FF2B5EF4-FFF2-40B4-BE49-F238E27FC236}">
                        <a16:creationId xmlns:a16="http://schemas.microsoft.com/office/drawing/2014/main" id="{D269EFFD-9193-19FB-B941-DA809BB11DB3}"/>
                      </a:ext>
                    </a:extLst>
                  </p:cNvPr>
                  <p:cNvPicPr/>
                  <p:nvPr/>
                </p:nvPicPr>
                <p:blipFill>
                  <a:blip r:embed="rId80"/>
                  <a:stretch>
                    <a:fillRect/>
                  </a:stretch>
                </p:blipFill>
                <p:spPr>
                  <a:xfrm>
                    <a:off x="896610" y="7280443"/>
                    <a:ext cx="266106" cy="32807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1">
                <p14:nvContentPartPr>
                  <p14:cNvPr id="116" name="Ink 115">
                    <a:extLst>
                      <a:ext uri="{FF2B5EF4-FFF2-40B4-BE49-F238E27FC236}">
                        <a16:creationId xmlns:a16="http://schemas.microsoft.com/office/drawing/2014/main" id="{C79C5227-60B7-8B69-E981-053CD5716C50}"/>
                      </a:ext>
                    </a:extLst>
                  </p14:cNvPr>
                  <p14:cNvContentPartPr/>
                  <p14:nvPr/>
                </p14:nvContentPartPr>
                <p14:xfrm>
                  <a:off x="1264920" y="7315080"/>
                  <a:ext cx="360" cy="284760"/>
                </p14:xfrm>
              </p:contentPart>
            </mc:Choice>
            <mc:Fallback>
              <p:pic>
                <p:nvPicPr>
                  <p:cNvPr id="116" name="Ink 115">
                    <a:extLst>
                      <a:ext uri="{FF2B5EF4-FFF2-40B4-BE49-F238E27FC236}">
                        <a16:creationId xmlns:a16="http://schemas.microsoft.com/office/drawing/2014/main" id="{C79C5227-60B7-8B69-E981-053CD5716C50}"/>
                      </a:ext>
                    </a:extLst>
                  </p:cNvPr>
                  <p:cNvPicPr/>
                  <p:nvPr/>
                </p:nvPicPr>
                <p:blipFill>
                  <a:blip r:embed="rId82"/>
                  <a:stretch>
                    <a:fillRect/>
                  </a:stretch>
                </p:blipFill>
                <p:spPr>
                  <a:xfrm>
                    <a:off x="1246920" y="7298827"/>
                    <a:ext cx="36000" cy="3169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3">
                <p14:nvContentPartPr>
                  <p14:cNvPr id="117" name="Ink 116">
                    <a:extLst>
                      <a:ext uri="{FF2B5EF4-FFF2-40B4-BE49-F238E27FC236}">
                        <a16:creationId xmlns:a16="http://schemas.microsoft.com/office/drawing/2014/main" id="{54FD892E-D667-AB4E-92A3-791EF2C969FA}"/>
                      </a:ext>
                    </a:extLst>
                  </p14:cNvPr>
                  <p14:cNvContentPartPr/>
                  <p14:nvPr/>
                </p14:nvContentPartPr>
                <p14:xfrm>
                  <a:off x="1264920" y="7269000"/>
                  <a:ext cx="222120" cy="299880"/>
                </p14:xfrm>
              </p:contentPart>
            </mc:Choice>
            <mc:Fallback>
              <p:pic>
                <p:nvPicPr>
                  <p:cNvPr id="117" name="Ink 116">
                    <a:extLst>
                      <a:ext uri="{FF2B5EF4-FFF2-40B4-BE49-F238E27FC236}">
                        <a16:creationId xmlns:a16="http://schemas.microsoft.com/office/drawing/2014/main" id="{54FD892E-D667-AB4E-92A3-791EF2C969FA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1247263" y="7253080"/>
                    <a:ext cx="257080" cy="33204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5">
                <p14:nvContentPartPr>
                  <p14:cNvPr id="118" name="Ink 117">
                    <a:extLst>
                      <a:ext uri="{FF2B5EF4-FFF2-40B4-BE49-F238E27FC236}">
                        <a16:creationId xmlns:a16="http://schemas.microsoft.com/office/drawing/2014/main" id="{AC6ACDF6-0FBE-3B1F-4EE2-B90F3FB2E159}"/>
                      </a:ext>
                    </a:extLst>
                  </p14:cNvPr>
                  <p14:cNvContentPartPr/>
                  <p14:nvPr/>
                </p14:nvContentPartPr>
                <p14:xfrm>
                  <a:off x="1584960" y="7299960"/>
                  <a:ext cx="298800" cy="360"/>
                </p14:xfrm>
              </p:contentPart>
            </mc:Choice>
            <mc:Fallback>
              <p:pic>
                <p:nvPicPr>
                  <p:cNvPr id="118" name="Ink 117">
                    <a:extLst>
                      <a:ext uri="{FF2B5EF4-FFF2-40B4-BE49-F238E27FC236}">
                        <a16:creationId xmlns:a16="http://schemas.microsoft.com/office/drawing/2014/main" id="{AC6ACDF6-0FBE-3B1F-4EE2-B90F3FB2E159}"/>
                      </a:ext>
                    </a:extLst>
                  </p:cNvPr>
                  <p:cNvPicPr/>
                  <p:nvPr/>
                </p:nvPicPr>
                <p:blipFill>
                  <a:blip r:embed="rId86"/>
                  <a:stretch>
                    <a:fillRect/>
                  </a:stretch>
                </p:blipFill>
                <p:spPr>
                  <a:xfrm>
                    <a:off x="1567300" y="7281960"/>
                    <a:ext cx="333766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7">
                <p14:nvContentPartPr>
                  <p14:cNvPr id="119" name="Ink 118">
                    <a:extLst>
                      <a:ext uri="{FF2B5EF4-FFF2-40B4-BE49-F238E27FC236}">
                        <a16:creationId xmlns:a16="http://schemas.microsoft.com/office/drawing/2014/main" id="{5FAA0662-3E3D-10CE-120F-BB9CE5FE564E}"/>
                      </a:ext>
                    </a:extLst>
                  </p14:cNvPr>
                  <p14:cNvContentPartPr/>
                  <p14:nvPr/>
                </p14:nvContentPartPr>
                <p14:xfrm>
                  <a:off x="1691520" y="7299960"/>
                  <a:ext cx="43560" cy="296640"/>
                </p14:xfrm>
              </p:contentPart>
            </mc:Choice>
            <mc:Fallback>
              <p:pic>
                <p:nvPicPr>
                  <p:cNvPr id="119" name="Ink 118">
                    <a:extLst>
                      <a:ext uri="{FF2B5EF4-FFF2-40B4-BE49-F238E27FC236}">
                        <a16:creationId xmlns:a16="http://schemas.microsoft.com/office/drawing/2014/main" id="{5FAA0662-3E3D-10CE-120F-BB9CE5FE564E}"/>
                      </a:ext>
                    </a:extLst>
                  </p:cNvPr>
                  <p:cNvPicPr/>
                  <p:nvPr/>
                </p:nvPicPr>
                <p:blipFill>
                  <a:blip r:embed="rId88"/>
                  <a:stretch>
                    <a:fillRect/>
                  </a:stretch>
                </p:blipFill>
                <p:spPr>
                  <a:xfrm>
                    <a:off x="1673813" y="7283732"/>
                    <a:ext cx="78620" cy="32877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9">
                <p14:nvContentPartPr>
                  <p14:cNvPr id="120" name="Ink 119">
                    <a:extLst>
                      <a:ext uri="{FF2B5EF4-FFF2-40B4-BE49-F238E27FC236}">
                        <a16:creationId xmlns:a16="http://schemas.microsoft.com/office/drawing/2014/main" id="{891B82A8-8B7F-6635-7CA9-775F89A363DE}"/>
                      </a:ext>
                    </a:extLst>
                  </p14:cNvPr>
                  <p14:cNvContentPartPr/>
                  <p14:nvPr/>
                </p14:nvContentPartPr>
                <p14:xfrm>
                  <a:off x="1310280" y="7772280"/>
                  <a:ext cx="183600" cy="286200"/>
                </p14:xfrm>
              </p:contentPart>
            </mc:Choice>
            <mc:Fallback>
              <p:pic>
                <p:nvPicPr>
                  <p:cNvPr id="120" name="Ink 119">
                    <a:extLst>
                      <a:ext uri="{FF2B5EF4-FFF2-40B4-BE49-F238E27FC236}">
                        <a16:creationId xmlns:a16="http://schemas.microsoft.com/office/drawing/2014/main" id="{891B82A8-8B7F-6635-7CA9-775F89A363DE}"/>
                      </a:ext>
                    </a:extLst>
                  </p:cNvPr>
                  <p:cNvPicPr/>
                  <p:nvPr/>
                </p:nvPicPr>
                <p:blipFill>
                  <a:blip r:embed="rId90"/>
                  <a:stretch>
                    <a:fillRect/>
                  </a:stretch>
                </p:blipFill>
                <p:spPr>
                  <a:xfrm>
                    <a:off x="1292946" y="7756037"/>
                    <a:ext cx="218622" cy="31836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1">
                <p14:nvContentPartPr>
                  <p14:cNvPr id="121" name="Ink 120">
                    <a:extLst>
                      <a:ext uri="{FF2B5EF4-FFF2-40B4-BE49-F238E27FC236}">
                        <a16:creationId xmlns:a16="http://schemas.microsoft.com/office/drawing/2014/main" id="{06D39B1E-00A6-A00E-FDFB-39DD6A2AD922}"/>
                      </a:ext>
                    </a:extLst>
                  </p14:cNvPr>
                  <p14:cNvContentPartPr/>
                  <p14:nvPr/>
                </p14:nvContentPartPr>
                <p14:xfrm>
                  <a:off x="1554360" y="7726560"/>
                  <a:ext cx="171000" cy="292680"/>
                </p14:xfrm>
              </p:contentPart>
            </mc:Choice>
            <mc:Fallback>
              <p:pic>
                <p:nvPicPr>
                  <p:cNvPr id="121" name="Ink 120">
                    <a:extLst>
                      <a:ext uri="{FF2B5EF4-FFF2-40B4-BE49-F238E27FC236}">
                        <a16:creationId xmlns:a16="http://schemas.microsoft.com/office/drawing/2014/main" id="{06D39B1E-00A6-A00E-FDFB-39DD6A2AD922}"/>
                      </a:ext>
                    </a:extLst>
                  </p:cNvPr>
                  <p:cNvPicPr/>
                  <p:nvPr/>
                </p:nvPicPr>
                <p:blipFill>
                  <a:blip r:embed="rId92"/>
                  <a:stretch>
                    <a:fillRect/>
                  </a:stretch>
                </p:blipFill>
                <p:spPr>
                  <a:xfrm>
                    <a:off x="1536695" y="7710318"/>
                    <a:ext cx="205977" cy="3248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3">
                <p14:nvContentPartPr>
                  <p14:cNvPr id="122" name="Ink 121">
                    <a:extLst>
                      <a:ext uri="{FF2B5EF4-FFF2-40B4-BE49-F238E27FC236}">
                        <a16:creationId xmlns:a16="http://schemas.microsoft.com/office/drawing/2014/main" id="{E5840DF9-9A7C-976D-CFC5-13D2A2075841}"/>
                      </a:ext>
                    </a:extLst>
                  </p14:cNvPr>
                  <p14:cNvContentPartPr/>
                  <p14:nvPr/>
                </p14:nvContentPartPr>
                <p14:xfrm>
                  <a:off x="1864320" y="7655280"/>
                  <a:ext cx="274320" cy="345960"/>
                </p14:xfrm>
              </p:contentPart>
            </mc:Choice>
            <mc:Fallback>
              <p:pic>
                <p:nvPicPr>
                  <p:cNvPr id="122" name="Ink 121">
                    <a:extLst>
                      <a:ext uri="{FF2B5EF4-FFF2-40B4-BE49-F238E27FC236}">
                        <a16:creationId xmlns:a16="http://schemas.microsoft.com/office/drawing/2014/main" id="{E5840DF9-9A7C-976D-CFC5-13D2A2075841}"/>
                      </a:ext>
                    </a:extLst>
                  </p:cNvPr>
                  <p:cNvPicPr/>
                  <p:nvPr/>
                </p:nvPicPr>
                <p:blipFill>
                  <a:blip r:embed="rId94"/>
                  <a:stretch>
                    <a:fillRect/>
                  </a:stretch>
                </p:blipFill>
                <p:spPr>
                  <a:xfrm>
                    <a:off x="1846998" y="7639038"/>
                    <a:ext cx="309317" cy="37812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0DA3130-5FF6-5F05-8523-9EB3DAAB45AC}"/>
                    </a:ext>
                  </a:extLst>
                </p14:cNvPr>
                <p14:cNvContentPartPr/>
                <p14:nvPr/>
              </p14:nvContentPartPr>
              <p14:xfrm>
                <a:off x="1249440" y="3336360"/>
                <a:ext cx="413640" cy="5472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0DA3130-5FF6-5F05-8523-9EB3DAAB45A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232131" y="3320113"/>
                  <a:ext cx="448610" cy="579369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97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AD23A748-91F2-7AB4-1CCE-CF5B80937B52}"/>
                  </a:ext>
                </a:extLst>
              </p14:cNvPr>
              <p14:cNvContentPartPr/>
              <p14:nvPr/>
            </p14:nvContentPartPr>
            <p14:xfrm>
              <a:off x="-929640" y="624840"/>
              <a:ext cx="360" cy="36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AD23A748-91F2-7AB4-1CCE-CF5B80937B52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-947640" y="60684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99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988A6BE0-CD64-1652-5FEE-E1A762155787}"/>
                  </a:ext>
                </a:extLst>
              </p14:cNvPr>
              <p14:cNvContentPartPr/>
              <p14:nvPr/>
            </p14:nvContentPartPr>
            <p14:xfrm>
              <a:off x="-929640" y="624840"/>
              <a:ext cx="360" cy="36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988A6BE0-CD64-1652-5FEE-E1A762155787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-947640" y="606840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FA8E9A-B352-7DB4-3460-762ACAC99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43265" y="950976"/>
            <a:ext cx="3171824" cy="390524"/>
          </a:xfrm>
          <a:prstGeom prst="rect">
            <a:avLst/>
          </a:prstGeom>
        </p:spPr>
      </p:pic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818691" y="739412"/>
            <a:ext cx="13998575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50" spc="-330" dirty="0"/>
              <a:t>UNIQUE</a:t>
            </a:r>
            <a:r>
              <a:rPr sz="5550" spc="-310" dirty="0"/>
              <a:t> </a:t>
            </a:r>
            <a:r>
              <a:rPr sz="5550" spc="-380" dirty="0"/>
              <a:t>SELLING</a:t>
            </a:r>
            <a:r>
              <a:rPr sz="5550" spc="-295" dirty="0"/>
              <a:t> </a:t>
            </a:r>
            <a:r>
              <a:rPr sz="5550" spc="-360" dirty="0"/>
              <a:t>PROPOSITION</a:t>
            </a:r>
            <a:r>
              <a:rPr sz="5550" spc="-300" dirty="0"/>
              <a:t> </a:t>
            </a:r>
            <a:r>
              <a:rPr sz="5550" spc="-560" dirty="0"/>
              <a:t>(USP)</a:t>
            </a:r>
            <a:endParaRPr sz="5550" dirty="0"/>
          </a:p>
        </p:txBody>
      </p:sp>
      <p:pic>
        <p:nvPicPr>
          <p:cNvPr id="17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80888" y="1733188"/>
            <a:ext cx="7899032" cy="7765204"/>
          </a:xfrm>
          <a:prstGeom prst="rect">
            <a:avLst/>
          </a:prstGeom>
        </p:spPr>
      </p:pic>
      <p:sp>
        <p:nvSpPr>
          <p:cNvPr id="18" name="object 8"/>
          <p:cNvSpPr txBox="1"/>
          <p:nvPr/>
        </p:nvSpPr>
        <p:spPr>
          <a:xfrm>
            <a:off x="510782" y="1975313"/>
            <a:ext cx="9675038" cy="7617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just">
              <a:spcBef>
                <a:spcPts val="120"/>
              </a:spcBef>
            </a:pPr>
            <a:r>
              <a:rPr sz="2600" b="1" dirty="0">
                <a:latin typeface="Times New Roman"/>
                <a:cs typeface="Times New Roman"/>
              </a:rPr>
              <a:t>True</a:t>
            </a:r>
            <a:r>
              <a:rPr sz="2600" b="1" spc="7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Plug-and-Play</a:t>
            </a:r>
            <a:r>
              <a:rPr sz="2600" b="1" spc="7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Portability</a:t>
            </a:r>
            <a:endParaRPr sz="2600" dirty="0">
              <a:latin typeface="Times New Roman"/>
              <a:cs typeface="Times New Roman"/>
            </a:endParaRPr>
          </a:p>
          <a:p>
            <a:pPr marL="189230" indent="-176530" algn="just">
              <a:buChar char="•"/>
              <a:tabLst>
                <a:tab pos="189230" algn="l"/>
              </a:tabLst>
            </a:pPr>
            <a:r>
              <a:rPr sz="2600" dirty="0">
                <a:latin typeface="Times New Roman"/>
                <a:cs typeface="Times New Roman"/>
              </a:rPr>
              <a:t>Complete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AI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environment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contained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inside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portable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drive.</a:t>
            </a:r>
            <a:endParaRPr sz="2600" dirty="0">
              <a:latin typeface="Times New Roman"/>
              <a:cs typeface="Times New Roman"/>
            </a:endParaRPr>
          </a:p>
          <a:p>
            <a:pPr marL="189230" indent="-176530" algn="just">
              <a:buChar char="•"/>
              <a:tabLst>
                <a:tab pos="189230" algn="l"/>
              </a:tabLst>
            </a:pPr>
            <a:r>
              <a:rPr sz="2600" dirty="0">
                <a:latin typeface="Times New Roman"/>
                <a:cs typeface="Times New Roman"/>
              </a:rPr>
              <a:t>Plug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into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compatible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computer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launch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local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AI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environment.</a:t>
            </a:r>
            <a:endParaRPr sz="2600" dirty="0">
              <a:latin typeface="Times New Roman"/>
              <a:cs typeface="Times New Roman"/>
            </a:endParaRPr>
          </a:p>
          <a:p>
            <a:pPr marL="12700" algn="just"/>
            <a:r>
              <a:rPr sz="2600" b="1" dirty="0">
                <a:latin typeface="Times New Roman"/>
                <a:cs typeface="Times New Roman"/>
              </a:rPr>
              <a:t>Multi-OS</a:t>
            </a:r>
            <a:r>
              <a:rPr sz="2600" b="1" spc="5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Shared</a:t>
            </a:r>
            <a:r>
              <a:rPr sz="2600" b="1" spc="6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Model</a:t>
            </a:r>
            <a:r>
              <a:rPr sz="2600" b="1" spc="6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Storage</a:t>
            </a:r>
            <a:endParaRPr sz="2600" dirty="0">
              <a:latin typeface="Times New Roman"/>
              <a:cs typeface="Times New Roman"/>
            </a:endParaRPr>
          </a:p>
          <a:p>
            <a:pPr marL="12700" marR="307340" indent="176530" algn="just">
              <a:buChar char="•"/>
              <a:tabLst>
                <a:tab pos="189230" algn="l"/>
              </a:tabLst>
            </a:pPr>
            <a:r>
              <a:rPr sz="2600" dirty="0">
                <a:latin typeface="Times New Roman"/>
                <a:cs typeface="Times New Roman"/>
              </a:rPr>
              <a:t>Windows,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macOS,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Linux,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Android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access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shared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GGUF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model repository.</a:t>
            </a:r>
            <a:endParaRPr sz="2600" dirty="0">
              <a:latin typeface="Times New Roman"/>
              <a:cs typeface="Times New Roman"/>
            </a:endParaRPr>
          </a:p>
          <a:p>
            <a:pPr marL="189230" indent="-176530" algn="just">
              <a:buChar char="•"/>
              <a:tabLst>
                <a:tab pos="189230" algn="l"/>
              </a:tabLst>
            </a:pPr>
            <a:r>
              <a:rPr sz="2600" dirty="0">
                <a:latin typeface="Times New Roman"/>
                <a:cs typeface="Times New Roman"/>
              </a:rPr>
              <a:t>Reduces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unnecessary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duplicate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model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storage.</a:t>
            </a:r>
            <a:endParaRPr sz="2600" dirty="0">
              <a:latin typeface="Times New Roman"/>
              <a:cs typeface="Times New Roman"/>
            </a:endParaRPr>
          </a:p>
          <a:p>
            <a:pPr marL="12700" algn="just"/>
            <a:r>
              <a:rPr sz="2600" b="1" dirty="0">
                <a:latin typeface="Times New Roman"/>
                <a:cs typeface="Times New Roman"/>
              </a:rPr>
              <a:t>Local</a:t>
            </a:r>
            <a:r>
              <a:rPr sz="2600" b="1" spc="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Wi-Fi</a:t>
            </a:r>
            <a:r>
              <a:rPr sz="2600" b="1" spc="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/</a:t>
            </a:r>
            <a:r>
              <a:rPr sz="2600" b="1" spc="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LAN</a:t>
            </a:r>
            <a:r>
              <a:rPr sz="2600" b="1" spc="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Hotspot</a:t>
            </a:r>
            <a:r>
              <a:rPr sz="2600" b="1" spc="3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Sharing</a:t>
            </a:r>
            <a:endParaRPr sz="2600" dirty="0">
              <a:latin typeface="Times New Roman"/>
              <a:cs typeface="Times New Roman"/>
            </a:endParaRPr>
          </a:p>
          <a:p>
            <a:pPr marL="189230" indent="-176530" algn="just">
              <a:buChar char="•"/>
              <a:tabLst>
                <a:tab pos="189230" algn="l"/>
              </a:tabLst>
            </a:pPr>
            <a:r>
              <a:rPr sz="2600" dirty="0">
                <a:latin typeface="Times New Roman"/>
                <a:cs typeface="Times New Roman"/>
              </a:rPr>
              <a:t>Host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AI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model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laptop.</a:t>
            </a:r>
            <a:endParaRPr sz="2600" dirty="0">
              <a:latin typeface="Times New Roman"/>
              <a:cs typeface="Times New Roman"/>
            </a:endParaRPr>
          </a:p>
          <a:p>
            <a:pPr marL="189230" indent="-176530" algn="just">
              <a:buChar char="•"/>
              <a:tabLst>
                <a:tab pos="189230" algn="l"/>
              </a:tabLst>
            </a:pPr>
            <a:r>
              <a:rPr sz="2600" dirty="0">
                <a:latin typeface="Times New Roman"/>
                <a:cs typeface="Times New Roman"/>
              </a:rPr>
              <a:t>Allow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nearby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phones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tablets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connect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over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local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Wi-Fi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without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internet.</a:t>
            </a:r>
            <a:endParaRPr sz="2600" dirty="0">
              <a:latin typeface="Times New Roman"/>
              <a:cs typeface="Times New Roman"/>
            </a:endParaRPr>
          </a:p>
          <a:p>
            <a:pPr marL="12700" algn="just"/>
            <a:r>
              <a:rPr sz="2600" b="1" dirty="0">
                <a:latin typeface="Times New Roman"/>
                <a:cs typeface="Times New Roman"/>
              </a:rPr>
              <a:t>Curated</a:t>
            </a:r>
            <a:r>
              <a:rPr sz="2600" b="1" spc="1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Open-Weight</a:t>
            </a:r>
            <a:r>
              <a:rPr sz="2600" b="1" spc="11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Models</a:t>
            </a:r>
            <a:endParaRPr sz="2600" dirty="0">
              <a:latin typeface="Times New Roman"/>
              <a:cs typeface="Times New Roman"/>
            </a:endParaRPr>
          </a:p>
          <a:p>
            <a:pPr marL="12700" marR="324485" indent="176530" algn="just">
              <a:buChar char="•"/>
              <a:tabLst>
                <a:tab pos="189230" algn="l"/>
              </a:tabLst>
            </a:pPr>
            <a:r>
              <a:rPr sz="2600" dirty="0">
                <a:latin typeface="Times New Roman"/>
                <a:cs typeface="Times New Roman"/>
              </a:rPr>
              <a:t>Supports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configurable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open-weight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models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programming,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research,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and </a:t>
            </a:r>
            <a:r>
              <a:rPr sz="2600" dirty="0">
                <a:latin typeface="Times New Roman"/>
                <a:cs typeface="Times New Roman"/>
              </a:rPr>
              <a:t>creative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workflows.</a:t>
            </a:r>
            <a:endParaRPr sz="2600" dirty="0">
              <a:latin typeface="Times New Roman"/>
              <a:cs typeface="Times New Roman"/>
            </a:endParaRPr>
          </a:p>
          <a:p>
            <a:pPr marL="189230" indent="-176530" algn="just">
              <a:buChar char="•"/>
              <a:tabLst>
                <a:tab pos="189230" algn="l"/>
              </a:tabLst>
            </a:pPr>
            <a:r>
              <a:rPr sz="2600" dirty="0">
                <a:latin typeface="Times New Roman"/>
                <a:cs typeface="Times New Roman"/>
              </a:rPr>
              <a:t>Model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selection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can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tailored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specific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cases.</a:t>
            </a:r>
            <a:endParaRPr sz="2600" dirty="0">
              <a:latin typeface="Times New Roman"/>
              <a:cs typeface="Times New Roman"/>
            </a:endParaRPr>
          </a:p>
          <a:p>
            <a:pPr marL="12700" algn="just"/>
            <a:r>
              <a:rPr sz="2600" b="1" dirty="0">
                <a:latin typeface="Times New Roman"/>
                <a:cs typeface="Times New Roman"/>
              </a:rPr>
              <a:t>Zero</a:t>
            </a:r>
            <a:r>
              <a:rPr sz="2600" b="1" spc="2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Host</a:t>
            </a:r>
            <a:r>
              <a:rPr sz="2600" b="1" spc="3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Footprint</a:t>
            </a:r>
            <a:endParaRPr sz="2600" dirty="0">
              <a:latin typeface="Times New Roman"/>
              <a:cs typeface="Times New Roman"/>
            </a:endParaRPr>
          </a:p>
          <a:p>
            <a:pPr marL="189230" indent="-176530" algn="just">
              <a:buChar char="•"/>
              <a:tabLst>
                <a:tab pos="189230" algn="l"/>
              </a:tabLst>
            </a:pPr>
            <a:r>
              <a:rPr sz="2600" dirty="0">
                <a:latin typeface="Times New Roman"/>
                <a:cs typeface="Times New Roman"/>
              </a:rPr>
              <a:t>Designed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operate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from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user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space.</a:t>
            </a:r>
            <a:endParaRPr sz="2600" dirty="0">
              <a:latin typeface="Times New Roman"/>
              <a:cs typeface="Times New Roman"/>
            </a:endParaRPr>
          </a:p>
          <a:p>
            <a:pPr marL="189230" indent="-176530" algn="just">
              <a:buChar char="•"/>
              <a:tabLst>
                <a:tab pos="189230" algn="l"/>
              </a:tabLst>
            </a:pPr>
            <a:r>
              <a:rPr sz="2600" dirty="0">
                <a:latin typeface="Times New Roman"/>
                <a:cs typeface="Times New Roman"/>
              </a:rPr>
              <a:t>No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persistent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installation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required.</a:t>
            </a:r>
            <a:endParaRPr sz="2600" dirty="0">
              <a:latin typeface="Times New Roman"/>
              <a:cs typeface="Times New Roman"/>
            </a:endParaRPr>
          </a:p>
          <a:p>
            <a:pPr marL="189230" indent="-176530" algn="just">
              <a:buChar char="•"/>
              <a:tabLst>
                <a:tab pos="189230" algn="l"/>
              </a:tabLst>
            </a:pPr>
            <a:r>
              <a:rPr sz="2600" dirty="0">
                <a:latin typeface="Times New Roman"/>
                <a:cs typeface="Times New Roman"/>
              </a:rPr>
              <a:t>No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registry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modifications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background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daemons.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19" name="object 14"/>
          <p:cNvSpPr txBox="1">
            <a:spLocks noGrp="1"/>
          </p:cNvSpPr>
          <p:nvPr>
            <p:ph type="dt" sz="half" idx="6"/>
          </p:nvPr>
        </p:nvSpPr>
        <p:spPr>
          <a:xfrm>
            <a:off x="7294422" y="9726031"/>
            <a:ext cx="1047115" cy="31622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</a:t>
            </a:r>
            <a:r>
              <a:rPr spc="-165" dirty="0"/>
              <a:t> </a:t>
            </a:r>
            <a:r>
              <a:rPr spc="-30" dirty="0"/>
              <a:t>U</a:t>
            </a:r>
            <a:r>
              <a:rPr spc="-165" dirty="0"/>
              <a:t> </a:t>
            </a:r>
            <a:r>
              <a:rPr spc="-420" dirty="0"/>
              <a:t>I</a:t>
            </a:r>
            <a:r>
              <a:rPr spc="-165" dirty="0"/>
              <a:t> </a:t>
            </a:r>
            <a:r>
              <a:rPr spc="-65" dirty="0"/>
              <a:t>L</a:t>
            </a:r>
            <a:r>
              <a:rPr spc="-160" dirty="0"/>
              <a:t> </a:t>
            </a:r>
            <a:r>
              <a:rPr spc="-50" dirty="0"/>
              <a:t>D</a:t>
            </a:r>
          </a:p>
        </p:txBody>
      </p:sp>
      <p:sp>
        <p:nvSpPr>
          <p:cNvPr id="20" name="object 15"/>
          <p:cNvSpPr txBox="1"/>
          <p:nvPr/>
        </p:nvSpPr>
        <p:spPr>
          <a:xfrm>
            <a:off x="8499812" y="9726031"/>
            <a:ext cx="888365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latin typeface="Verdana"/>
                <a:cs typeface="Verdana"/>
              </a:rPr>
              <a:t>W</a:t>
            </a:r>
            <a:r>
              <a:rPr sz="1850" b="1" spc="-155" dirty="0">
                <a:latin typeface="Verdana"/>
                <a:cs typeface="Verdana"/>
              </a:rPr>
              <a:t> </a:t>
            </a:r>
            <a:r>
              <a:rPr sz="1850" b="1" spc="-420" dirty="0">
                <a:latin typeface="Verdana"/>
                <a:cs typeface="Verdana"/>
              </a:rPr>
              <a:t>I</a:t>
            </a:r>
            <a:r>
              <a:rPr sz="1850" b="1" spc="-150" dirty="0">
                <a:latin typeface="Verdana"/>
                <a:cs typeface="Verdana"/>
              </a:rPr>
              <a:t> </a:t>
            </a:r>
            <a:r>
              <a:rPr sz="1850" b="1" spc="-145" dirty="0">
                <a:latin typeface="Verdana"/>
                <a:cs typeface="Verdana"/>
              </a:rPr>
              <a:t>T</a:t>
            </a:r>
            <a:r>
              <a:rPr sz="1850" b="1" spc="-155" dirty="0">
                <a:latin typeface="Verdana"/>
                <a:cs typeface="Verdana"/>
              </a:rPr>
              <a:t> </a:t>
            </a:r>
            <a:r>
              <a:rPr sz="1850" b="1" spc="-50" dirty="0">
                <a:latin typeface="Verdana"/>
                <a:cs typeface="Verdana"/>
              </a:rPr>
              <a:t>H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21" name="object 17"/>
          <p:cNvSpPr txBox="1"/>
          <p:nvPr/>
        </p:nvSpPr>
        <p:spPr>
          <a:xfrm>
            <a:off x="9548123" y="9758105"/>
            <a:ext cx="532765" cy="264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50"/>
              </a:lnSpc>
            </a:pPr>
            <a:r>
              <a:rPr sz="1850" b="1" spc="-60" dirty="0">
                <a:solidFill>
                  <a:srgbClr val="FF5C1F"/>
                </a:solidFill>
                <a:latin typeface="Nirmala UI"/>
                <a:cs typeface="Nirmala UI"/>
              </a:rPr>
              <a:t>भारत</a:t>
            </a:r>
            <a:endParaRPr sz="1850">
              <a:latin typeface="Nirmala UI"/>
              <a:cs typeface="Nirmala UI"/>
            </a:endParaRPr>
          </a:p>
        </p:txBody>
      </p:sp>
      <p:sp>
        <p:nvSpPr>
          <p:cNvPr id="22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10234266" y="9726269"/>
            <a:ext cx="508634" cy="31622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-210" dirty="0"/>
              <a:t>2</a:t>
            </a:r>
            <a:r>
              <a:rPr spc="-170" dirty="0"/>
              <a:t> </a:t>
            </a:r>
            <a:r>
              <a:rPr spc="-180" dirty="0"/>
              <a:t>.</a:t>
            </a:r>
            <a:r>
              <a:rPr spc="-165" dirty="0"/>
              <a:t> </a:t>
            </a:r>
            <a:r>
              <a:rPr spc="-50" dirty="0"/>
              <a:t>0</a:t>
            </a:r>
          </a:p>
        </p:txBody>
      </p:sp>
      <p:pic>
        <p:nvPicPr>
          <p:cNvPr id="24" name="object 3">
            <a:extLst>
              <a:ext uri="{FF2B5EF4-FFF2-40B4-BE49-F238E27FC236}">
                <a16:creationId xmlns:a16="http://schemas.microsoft.com/office/drawing/2014/main" id="{A5402170-1C39-BEB1-A894-CD86A9DCA7E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4513" y="742588"/>
            <a:ext cx="190499" cy="990599"/>
          </a:xfrm>
          <a:prstGeom prst="rect">
            <a:avLst/>
          </a:prstGeom>
        </p:spPr>
      </p:pic>
      <p:pic>
        <p:nvPicPr>
          <p:cNvPr id="28" name="object 4">
            <a:extLst>
              <a:ext uri="{FF2B5EF4-FFF2-40B4-BE49-F238E27FC236}">
                <a16:creationId xmlns:a16="http://schemas.microsoft.com/office/drawing/2014/main" id="{DC47E8A0-FD4A-EC53-F1AD-C7F2299BF8D8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4033" y="9647890"/>
            <a:ext cx="17221199" cy="52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330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EC23F7-CF6F-D1DC-FD1A-A7D0745EA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7419" y="2095499"/>
            <a:ext cx="9608664" cy="6629401"/>
          </a:xfrm>
          <a:prstGeom prst="rect">
            <a:avLst/>
          </a:prstGeom>
        </p:spPr>
      </p:pic>
      <p:pic>
        <p:nvPicPr>
          <p:cNvPr id="4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95762" y="1698297"/>
            <a:ext cx="8292238" cy="8191714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44690" y="704521"/>
            <a:ext cx="13998575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5" dirty="0"/>
              <a:t>FEASIBILITY</a:t>
            </a:r>
            <a:r>
              <a:rPr spc="-355" dirty="0"/>
              <a:t> </a:t>
            </a:r>
            <a:r>
              <a:rPr spc="-880" dirty="0"/>
              <a:t>&amp;</a:t>
            </a:r>
            <a:r>
              <a:rPr spc="-355" dirty="0"/>
              <a:t> </a:t>
            </a:r>
            <a:r>
              <a:rPr spc="-310" dirty="0"/>
              <a:t>COMPETITORS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632582" y="2040233"/>
            <a:ext cx="7352027" cy="74507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latin typeface="Times New Roman"/>
                <a:cs typeface="Times New Roman"/>
              </a:rPr>
              <a:t>KEY</a:t>
            </a:r>
            <a:r>
              <a:rPr sz="2300" b="1" spc="-6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TECHNICAL</a:t>
            </a:r>
            <a:r>
              <a:rPr sz="2300" b="1" spc="-5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CHALLENGES</a:t>
            </a:r>
            <a:r>
              <a:rPr sz="2300" b="1" spc="-6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OVERCOME</a:t>
            </a:r>
            <a:endParaRPr sz="2300" dirty="0">
              <a:latin typeface="Times New Roman"/>
              <a:cs typeface="Times New Roman"/>
            </a:endParaRPr>
          </a:p>
          <a:p>
            <a:pPr marL="267335" indent="-254635" algn="just">
              <a:lnSpc>
                <a:spcPct val="100000"/>
              </a:lnSpc>
              <a:spcBef>
                <a:spcPts val="2500"/>
              </a:spcBef>
              <a:buAutoNum type="arabicPeriod"/>
              <a:tabLst>
                <a:tab pos="267335" algn="l"/>
              </a:tabLst>
            </a:pPr>
            <a:r>
              <a:rPr sz="2300" spc="-10" dirty="0">
                <a:latin typeface="Times New Roman"/>
                <a:cs typeface="Times New Roman"/>
              </a:rPr>
              <a:t>Cross-</a:t>
            </a:r>
            <a:r>
              <a:rPr sz="2300" dirty="0">
                <a:latin typeface="Times New Roman"/>
                <a:cs typeface="Times New Roman"/>
              </a:rPr>
              <a:t>Platform</a:t>
            </a:r>
            <a:r>
              <a:rPr sz="2300" spc="6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Compatibility</a:t>
            </a:r>
            <a:endParaRPr sz="2300" dirty="0">
              <a:latin typeface="Times New Roman"/>
              <a:cs typeface="Times New Roman"/>
            </a:endParaRPr>
          </a:p>
          <a:p>
            <a:pPr marL="255904" marR="282575" indent="63500" algn="just">
              <a:lnSpc>
                <a:spcPct val="100000"/>
              </a:lnSpc>
            </a:pPr>
            <a:r>
              <a:rPr sz="2300" dirty="0">
                <a:latin typeface="Times New Roman"/>
                <a:cs typeface="Times New Roman"/>
              </a:rPr>
              <a:t>Built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native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launch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scripts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Windows,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Linux,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macOS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and </a:t>
            </a:r>
            <a:r>
              <a:rPr sz="2300" dirty="0">
                <a:latin typeface="Times New Roman"/>
                <a:cs typeface="Times New Roman"/>
              </a:rPr>
              <a:t>Android/Termux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while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maintaining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common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shared</a:t>
            </a:r>
            <a:r>
              <a:rPr sz="2300" spc="-10" dirty="0">
                <a:latin typeface="Times New Roman"/>
                <a:cs typeface="Times New Roman"/>
              </a:rPr>
              <a:t> model architecture.</a:t>
            </a:r>
            <a:endParaRPr sz="23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00"/>
              </a:spcBef>
            </a:pPr>
            <a:endParaRPr sz="2300" dirty="0">
              <a:latin typeface="Times New Roman"/>
              <a:cs typeface="Times New Roman"/>
            </a:endParaRPr>
          </a:p>
          <a:p>
            <a:pPr marL="267335" indent="-254635" algn="just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267335" algn="l"/>
              </a:tabLst>
            </a:pPr>
            <a:r>
              <a:rPr sz="2300" dirty="0">
                <a:latin typeface="Times New Roman"/>
                <a:cs typeface="Times New Roman"/>
              </a:rPr>
              <a:t>Portable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Model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Path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Handling</a:t>
            </a:r>
            <a:endParaRPr sz="2300" dirty="0">
              <a:latin typeface="Times New Roman"/>
              <a:cs typeface="Times New Roman"/>
            </a:endParaRPr>
          </a:p>
          <a:p>
            <a:pPr marL="255904" marR="5080" indent="63500" algn="just">
              <a:lnSpc>
                <a:spcPct val="100000"/>
              </a:lnSpc>
            </a:pPr>
            <a:r>
              <a:rPr sz="2300" dirty="0">
                <a:latin typeface="Times New Roman"/>
                <a:cs typeface="Times New Roman"/>
              </a:rPr>
              <a:t>Solved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drive/path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dependency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issues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by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dynamically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resolving </a:t>
            </a:r>
            <a:r>
              <a:rPr sz="2300" dirty="0">
                <a:latin typeface="Times New Roman"/>
                <a:cs typeface="Times New Roman"/>
              </a:rPr>
              <a:t>absolute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paths,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ensuring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PortLLM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works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correctly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from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any </a:t>
            </a:r>
            <a:r>
              <a:rPr sz="2300" dirty="0">
                <a:latin typeface="Times New Roman"/>
                <a:cs typeface="Times New Roman"/>
              </a:rPr>
              <a:t>USB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or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local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directory.</a:t>
            </a:r>
            <a:endParaRPr sz="23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00"/>
              </a:spcBef>
            </a:pPr>
            <a:endParaRPr sz="2300" dirty="0">
              <a:latin typeface="Times New Roman"/>
              <a:cs typeface="Times New Roman"/>
            </a:endParaRPr>
          </a:p>
          <a:p>
            <a:pPr marL="203835" indent="-203200" algn="just">
              <a:lnSpc>
                <a:spcPct val="100000"/>
              </a:lnSpc>
              <a:buAutoNum type="arabicPeriod" startAt="3"/>
              <a:tabLst>
                <a:tab pos="203835" algn="l"/>
              </a:tabLst>
            </a:pPr>
            <a:r>
              <a:rPr sz="2300" spc="-10" dirty="0">
                <a:latin typeface="Times New Roman"/>
                <a:cs typeface="Times New Roman"/>
              </a:rPr>
              <a:t>Zero-</a:t>
            </a:r>
            <a:r>
              <a:rPr sz="2300" dirty="0">
                <a:latin typeface="Times New Roman"/>
                <a:cs typeface="Times New Roman"/>
              </a:rPr>
              <a:t>Dependency</a:t>
            </a:r>
            <a:r>
              <a:rPr sz="2300" spc="-10" dirty="0">
                <a:latin typeface="Times New Roman"/>
                <a:cs typeface="Times New Roman"/>
              </a:rPr>
              <a:t> Runtime</a:t>
            </a:r>
            <a:endParaRPr sz="2300" dirty="0">
              <a:latin typeface="Times New Roman"/>
              <a:cs typeface="Times New Roman"/>
            </a:endParaRPr>
          </a:p>
          <a:p>
            <a:pPr marL="255904" marR="382905" indent="63500" algn="just">
              <a:lnSpc>
                <a:spcPct val="100000"/>
              </a:lnSpc>
              <a:spcBef>
                <a:spcPts val="5"/>
              </a:spcBef>
            </a:pPr>
            <a:r>
              <a:rPr sz="2300" dirty="0">
                <a:latin typeface="Times New Roman"/>
                <a:cs typeface="Times New Roman"/>
              </a:rPr>
              <a:t>Implemented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backend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using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Python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Standard</a:t>
            </a:r>
            <a:r>
              <a:rPr sz="2300" spc="-10" dirty="0">
                <a:latin typeface="Times New Roman"/>
                <a:cs typeface="Times New Roman"/>
              </a:rPr>
              <a:t> Library, </a:t>
            </a:r>
            <a:r>
              <a:rPr sz="2300" dirty="0">
                <a:latin typeface="Times New Roman"/>
                <a:cs typeface="Times New Roman"/>
              </a:rPr>
              <a:t>eliminating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external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package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installation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reducing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host-</a:t>
            </a:r>
            <a:r>
              <a:rPr sz="2300" dirty="0">
                <a:latin typeface="Times New Roman"/>
                <a:cs typeface="Times New Roman"/>
              </a:rPr>
              <a:t>machine</a:t>
            </a:r>
            <a:r>
              <a:rPr sz="2300" spc="-10" dirty="0">
                <a:latin typeface="Times New Roman"/>
                <a:cs typeface="Times New Roman"/>
              </a:rPr>
              <a:t> dependencies.</a:t>
            </a:r>
            <a:endParaRPr sz="23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00"/>
              </a:spcBef>
            </a:pPr>
            <a:endParaRPr sz="2300" dirty="0">
              <a:latin typeface="Times New Roman"/>
              <a:cs typeface="Times New Roman"/>
            </a:endParaRPr>
          </a:p>
          <a:p>
            <a:pPr marL="267335" indent="-254635" algn="just">
              <a:lnSpc>
                <a:spcPct val="100000"/>
              </a:lnSpc>
              <a:buAutoNum type="arabicPeriod" startAt="4"/>
              <a:tabLst>
                <a:tab pos="267335" algn="l"/>
              </a:tabLst>
            </a:pPr>
            <a:r>
              <a:rPr sz="2300" dirty="0">
                <a:latin typeface="Times New Roman"/>
                <a:cs typeface="Times New Roman"/>
              </a:rPr>
              <a:t>Process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&amp;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Resource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Management</a:t>
            </a:r>
            <a:endParaRPr sz="2300" dirty="0">
              <a:latin typeface="Times New Roman"/>
              <a:cs typeface="Times New Roman"/>
            </a:endParaRPr>
          </a:p>
          <a:p>
            <a:pPr marL="255904" marR="77470" indent="63500" algn="just">
              <a:lnSpc>
                <a:spcPct val="100000"/>
              </a:lnSpc>
              <a:spcBef>
                <a:spcPts val="5"/>
              </a:spcBef>
            </a:pPr>
            <a:r>
              <a:rPr sz="2300" dirty="0">
                <a:latin typeface="Times New Roman"/>
                <a:cs typeface="Times New Roman"/>
              </a:rPr>
              <a:t>Optimized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inference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process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handling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hardware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telemetry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prevent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pipeline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deadlocks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while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maintaining</a:t>
            </a:r>
            <a:r>
              <a:rPr sz="2300" spc="-10" dirty="0">
                <a:latin typeface="Times New Roman"/>
                <a:cs typeface="Times New Roman"/>
              </a:rPr>
              <a:t> real-</a:t>
            </a:r>
            <a:r>
              <a:rPr sz="2300" spc="-20" dirty="0">
                <a:latin typeface="Times New Roman"/>
                <a:cs typeface="Times New Roman"/>
              </a:rPr>
              <a:t>time </a:t>
            </a:r>
            <a:r>
              <a:rPr sz="2300" dirty="0">
                <a:latin typeface="Times New Roman"/>
                <a:cs typeface="Times New Roman"/>
              </a:rPr>
              <a:t>CPU/RAM</a:t>
            </a:r>
            <a:r>
              <a:rPr sz="2300" spc="-10" dirty="0">
                <a:latin typeface="Times New Roman"/>
                <a:cs typeface="Times New Roman"/>
              </a:rPr>
              <a:t> monitoring.</a:t>
            </a:r>
            <a:endParaRPr sz="2300" dirty="0">
              <a:latin typeface="Times New Roman"/>
              <a:cs typeface="Times New Roman"/>
            </a:endParaRPr>
          </a:p>
        </p:txBody>
      </p:sp>
      <p:pic>
        <p:nvPicPr>
          <p:cNvPr id="10" name="object 2">
            <a:extLst>
              <a:ext uri="{FF2B5EF4-FFF2-40B4-BE49-F238E27FC236}">
                <a16:creationId xmlns:a16="http://schemas.microsoft.com/office/drawing/2014/main" id="{FAEF9A17-9348-75BA-7400-FF342B7E9C4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11200" y="950976"/>
            <a:ext cx="4603889" cy="382524"/>
          </a:xfrm>
          <a:prstGeom prst="rect">
            <a:avLst/>
          </a:prstGeom>
        </p:spPr>
      </p:pic>
      <p:pic>
        <p:nvPicPr>
          <p:cNvPr id="12" name="object 3">
            <a:extLst>
              <a:ext uri="{FF2B5EF4-FFF2-40B4-BE49-F238E27FC236}">
                <a16:creationId xmlns:a16="http://schemas.microsoft.com/office/drawing/2014/main" id="{0EADFF09-C5DB-67A6-50ED-CFEA2A9845F5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4513" y="742588"/>
            <a:ext cx="190499" cy="990599"/>
          </a:xfrm>
          <a:prstGeom prst="rect">
            <a:avLst/>
          </a:prstGeom>
        </p:spPr>
      </p:pic>
      <p:pic>
        <p:nvPicPr>
          <p:cNvPr id="15" name="object 4">
            <a:extLst>
              <a:ext uri="{FF2B5EF4-FFF2-40B4-BE49-F238E27FC236}">
                <a16:creationId xmlns:a16="http://schemas.microsoft.com/office/drawing/2014/main" id="{C48FD55D-2B76-13B6-BBA4-2606BFEBB5D4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4033" y="9647890"/>
            <a:ext cx="17221199" cy="52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467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647700"/>
            <a:ext cx="190499" cy="9905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8600" y="933812"/>
            <a:ext cx="17830800" cy="9353188"/>
            <a:chOff x="447872" y="1999659"/>
            <a:chExt cx="17534870" cy="8172106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4033" y="9647891"/>
              <a:ext cx="17221199" cy="5238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743868" y="1999659"/>
              <a:ext cx="6238874" cy="3905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7872" y="2628286"/>
              <a:ext cx="17221199" cy="6781799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603625" y="585003"/>
            <a:ext cx="13998575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RESEARCH</a:t>
            </a:r>
            <a:r>
              <a:rPr spc="-340" dirty="0"/>
              <a:t> </a:t>
            </a:r>
            <a:r>
              <a:rPr spc="-880" dirty="0"/>
              <a:t>&amp;</a:t>
            </a:r>
            <a:r>
              <a:rPr spc="-335" dirty="0"/>
              <a:t> </a:t>
            </a:r>
            <a:r>
              <a:rPr spc="-110" dirty="0"/>
              <a:t>REFERENCE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</TotalTime>
  <Words>792</Words>
  <Application>Microsoft Office PowerPoint</Application>
  <PresentationFormat>Custom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Nirmala UI</vt:lpstr>
      <vt:lpstr>Times New Roman</vt:lpstr>
      <vt:lpstr>Verdana</vt:lpstr>
      <vt:lpstr>Office Theme</vt:lpstr>
      <vt:lpstr>Colossal-a-Pitch</vt:lpstr>
      <vt:lpstr>PROBLEM STATEMENT</vt:lpstr>
      <vt:lpstr>SOLUTION</vt:lpstr>
      <vt:lpstr>Hindsight Implementation </vt:lpstr>
      <vt:lpstr>Workflow </vt:lpstr>
      <vt:lpstr>FLOW OF SOLUTION</vt:lpstr>
      <vt:lpstr>TECH STACK</vt:lpstr>
      <vt:lpstr>UNIQUE SELLING PROPOSITION (USP)</vt:lpstr>
      <vt:lpstr>FEASIBILITY &amp; COMPETITORS</vt:lpstr>
      <vt:lpstr>RESEARCH &amp; 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with Bharat 2.0 PPT Template.pdf</dc:title>
  <dc:creator>Abhishek Choudhary</dc:creator>
  <cp:keywords>DAHTxcW6e3Y,BAHLzNtopVA</cp:keywords>
  <cp:lastModifiedBy>Tanishka G</cp:lastModifiedBy>
  <cp:revision>17</cp:revision>
  <dcterms:created xsi:type="dcterms:W3CDTF">2026-10-23T14:58:29Z</dcterms:created>
  <dcterms:modified xsi:type="dcterms:W3CDTF">2026-10-26T15:02:18Z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2026-08-30T00:00:00Z</vt:filetime>
  </property>
  <property fmtid="{D5CDD505-2E9C-101B-9397-08002B2CF9AE}" pid="4" name="Creator">
    <vt:lpwstr>Canva</vt:lpwstr>
  </property>
  <property fmtid="{D5CDD505-2E9C-101B-9397-08002B2CF9AE}" pid="5" name="LastSaved">
    <vt:filetime>2026-10-23T00:00:00Z</vt:filetime>
  </property>
  <property fmtid="{D5CDD505-2E9C-101B-9397-08002B2CF9AE}" pid="6" name="Producer">
    <vt:lpwstr>Canva</vt:lpwstr>
  </property>
</Properties>
</file>